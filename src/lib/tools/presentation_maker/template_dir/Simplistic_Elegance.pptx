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70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20/02/relationships/classificationlabels" Target="/docMetadata/LabelInfo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 type="dt" idx="1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PlaceHolder 5"/>
          <p:cNvSpPr>
            <a:spLocks noGrp="1"/>
          </p:cNvSpPr>
          <p:nvPr>
            <p:ph type="ftr" idx="1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PlaceHolder 6"/>
          <p:cNvSpPr>
            <a:spLocks noGrp="1"/>
          </p:cNvSpPr>
          <p:nvPr>
            <p:ph type="sldNum" idx="1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0E73147-DC81-49AA-8846-32CCEA5F78B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3C3CAB-6E05-494F-9360-26E720EF162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C8D730-6DAF-45E7-8789-1DC17AFD729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66AF98-F411-405E-B6E7-CB180159C85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32D7F8-79FD-4510-A9A0-971E92B6C73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6BA1D0-CAD9-4CD6-9EE6-CCE6887A904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C17805-D13A-4CC2-81E8-201ED39A3AF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A1D12C-CB41-4F2C-B383-00A41C80655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658E0B-8778-441B-A0A9-C820091692E4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05F07DE-149B-433A-91B1-1B8477BE4422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5FAA66-75F6-40D0-9C4F-41AE4971DDE3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F918CB-C36C-45AB-B13C-8C31E4795A4A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658755-7EAD-43C4-BE18-06295E75B518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CE0332A-E6AC-427A-ABE2-FB6646C870D3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158E579-3F30-44DD-A311-1383DAD4BD2B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6444C77-9857-4AC2-A964-2B65340CA627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B2B1F4-06A5-4DEA-BC88-38756115999C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62C87F-4AE8-4D45-951F-32B27E11FC0A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AAD487-CC15-4997-8569-9848EE2EC6D4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FC036E-4754-4001-9E82-3ED9386C47FD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ECF2E5E-0663-4308-AED0-A377AC2EBD5A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599FDA0-6989-41FD-B494-B8A2A9045F7F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FCC93EB-168F-4B17-A7F7-9BC1729C6507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8F89B4A-8FA9-447E-858F-81F712C9F3DA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B4CA7F0-117D-4429-9E23-EB8B8163915F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77D0462-1040-4462-AFCC-5906EA4295CD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457FC54-789F-4728-959A-7818516992E1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FCC5E89-FE46-45FF-87D6-0DDF68679265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5747021-F98C-4996-A17E-DE473B99BADA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68E926A-918B-400C-93C0-F5D63C14CE3D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D16342E-0F9E-4D2D-92DF-E11AF863E8E0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5FF75A1-EEA2-4DB6-920E-D95321A1D317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06F24F-BC2C-429C-9609-CE4EAE6C5C1B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490F94-C25A-4082-A485-3C0BA9656B38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C9A49B-F291-4ED5-AA89-0D2BADD87A4F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C05E29-C864-4F08-9125-6BA8983B773E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CD02F1-C10E-4E0B-B0C6-27208E2B9229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AFBF3C-A059-4A94-9501-8F81507DBA8A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0C2F4B-6020-4017-ABE6-8D6AF6C21681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1922C0-0A09-4667-83CF-E14EFD727418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DA3147-2D69-436F-BA56-D112A854B0A3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AC5B9A-5ACF-4465-B8A6-A342D315B0FF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88DB32-1B64-4B23-B3BE-B26FD113EE17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5A9F94-B291-4387-8167-F56F5B40C5D8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41722C8-2CD0-4F78-B757-F9FA08E24014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A1B136C-C89B-4B33-A122-585986617B49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FC5F1FD-855F-4A94-A8F4-8BEF235E271C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7B3A667-ED06-485F-B25D-4CCF3B149C15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84AA6D8-775C-4231-B8DD-7FECD3FA06FF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7F0657A-0C8E-4EC8-8405-5304935A189E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95DD5C0-6458-4AB5-BE3A-FDFEBC01103C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246560C-5393-499F-AFAF-3B2F85BA91B0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FC9D9CC-02DC-441B-AFF2-FBA1363D0C89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0418E7C-FFA7-41C3-B267-ADA4FA57240D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CFF4FB3-B9F0-42B3-8E7B-EC9A40E697C6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EDB242E-316D-44C2-8BB3-E11E09CBB263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9189780-EF73-400F-AC74-DB80C9F8FCCB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9B96EDA-FF9C-425B-B373-100556DB4834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9C480AB-3826-4DF9-BF4F-6CF3027F2605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8B89B70-C414-417E-BF62-2F056C3551BA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97C640A-2FE9-4D5C-9C56-5ADB0F6B6687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33F9BFE-1BC0-4CDE-9DD1-6D70008534BC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26CC674-13EA-4195-A8B4-6E58AA15858D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686E39B-BD42-4370-99A7-A08F5BB71D40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2C3096E-FE6A-4178-A800-8CEEB5BB2479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AB733CE-8678-40AD-BA5F-8006A903CD7B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5919772-C572-47A4-8F38-C88A197DB44B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1ACBF59-750C-40C9-98BB-2302A0211CEB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Freeform 5"/>
          <p:cNvSpPr/>
          <p:nvPr/>
        </p:nvSpPr>
        <p:spPr>
          <a:xfrm>
            <a:off x="9729360" y="5801760"/>
            <a:ext cx="2113920" cy="1054800"/>
          </a:xfrm>
          <a:custGeom>
            <a:avLst/>
            <a:gdLst>
              <a:gd name="textAreaLeft" fmla="*/ 0 w 2113920"/>
              <a:gd name="textAreaRight" fmla="*/ 2115360 w 2113920"/>
              <a:gd name="textAreaTop" fmla="*/ 0 h 1054800"/>
              <a:gd name="textAreaBottom" fmla="*/ 1056240 h 1054800"/>
            </a:gdLst>
            <a:ahLst/>
            <a:rect l="textAreaLeft" t="textAreaTop" r="textAreaRight" b="textAreaBottom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pic>
        <p:nvPicPr>
          <p:cNvPr id="1" name="Object 1" descr=""/>
          <p:cNvPicPr/>
          <p:nvPr/>
        </p:nvPicPr>
        <p:blipFill>
          <a:blip r:embed="rId2"/>
          <a:stretch/>
        </p:blipFill>
        <p:spPr>
          <a:xfrm>
            <a:off x="9999720" y="0"/>
            <a:ext cx="1573200" cy="39531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raphic 9"/>
          <p:cNvSpPr/>
          <p:nvPr/>
        </p:nvSpPr>
        <p:spPr>
          <a:xfrm>
            <a:off x="8077320" y="0"/>
            <a:ext cx="4113360" cy="5711400"/>
          </a:xfrm>
          <a:custGeom>
            <a:avLst/>
            <a:gdLst>
              <a:gd name="textAreaLeft" fmla="*/ 0 w 4113360"/>
              <a:gd name="textAreaRight" fmla="*/ 4114800 w 4113360"/>
              <a:gd name="textAreaTop" fmla="*/ 0 h 5711400"/>
              <a:gd name="textAreaBottom" fmla="*/ 5712840 h 5711400"/>
            </a:gdLst>
            <a:ahLst/>
            <a:rect l="textAreaLeft" t="textAreaTop" r="textAreaRight" b="textAreaBottom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" name="Oval 11"/>
          <p:cNvSpPr/>
          <p:nvPr/>
        </p:nvSpPr>
        <p:spPr>
          <a:xfrm>
            <a:off x="7445520" y="944280"/>
            <a:ext cx="1289520" cy="1289520"/>
          </a:xfrm>
          <a:prstGeom prst="ellipse">
            <a:avLst/>
          </a:prstGeom>
          <a:solidFill>
            <a:schemeClr val="accent2"/>
          </a:solidFill>
          <a:ln>
            <a:solidFill>
              <a:srgbClr val="bc53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ftr" idx="1"/>
          </p:nvPr>
        </p:nvSpPr>
        <p:spPr>
          <a:xfrm>
            <a:off x="811080" y="6356520"/>
            <a:ext cx="44100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4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4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2"/>
          </p:nvPr>
        </p:nvSpPr>
        <p:spPr>
          <a:xfrm>
            <a:off x="8637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n-US" sz="1200" spc="4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CCB99C-ED00-457A-B887-1D6BC54B8CC2}" type="slidenum">
              <a:rPr b="1" lang="en-US" sz="1200" spc="4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raphic 3"/>
          <p:cNvSpPr/>
          <p:nvPr/>
        </p:nvSpPr>
        <p:spPr>
          <a:xfrm>
            <a:off x="0" y="4775040"/>
            <a:ext cx="6606720" cy="2081520"/>
          </a:xfrm>
          <a:custGeom>
            <a:avLst/>
            <a:gdLst>
              <a:gd name="textAreaLeft" fmla="*/ 0 w 6606720"/>
              <a:gd name="textAreaRight" fmla="*/ 6608160 w 6606720"/>
              <a:gd name="textAreaTop" fmla="*/ 0 h 2081520"/>
              <a:gd name="textAreaBottom" fmla="*/ 2082960 h 2081520"/>
            </a:gdLst>
            <a:ahLst/>
            <a:rect l="textAreaLeft" t="textAreaTop" r="textAreaRight" b="textAreaBottom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" name="Freeform 4"/>
          <p:cNvSpPr/>
          <p:nvPr/>
        </p:nvSpPr>
        <p:spPr>
          <a:xfrm>
            <a:off x="9249480" y="1747800"/>
            <a:ext cx="2691000" cy="2691000"/>
          </a:xfrm>
          <a:custGeom>
            <a:avLst/>
            <a:gdLst>
              <a:gd name="textAreaLeft" fmla="*/ 0 w 2691000"/>
              <a:gd name="textAreaRight" fmla="*/ 2692440 w 2691000"/>
              <a:gd name="textAreaTop" fmla="*/ 0 h 2691000"/>
              <a:gd name="textAreaBottom" fmla="*/ 2692440 h 2691000"/>
            </a:gdLst>
            <a:ahLst/>
            <a:rect l="textAreaLeft" t="textAreaTop" r="textAreaRight" b="textAreaBottom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84" name="Oval 5"/>
          <p:cNvSpPr/>
          <p:nvPr/>
        </p:nvSpPr>
        <p:spPr>
          <a:xfrm>
            <a:off x="8793000" y="361080"/>
            <a:ext cx="2113920" cy="2113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ftr" idx="3"/>
          </p:nvPr>
        </p:nvSpPr>
        <p:spPr>
          <a:xfrm>
            <a:off x="811080" y="6356520"/>
            <a:ext cx="44100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4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4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4"/>
          </p:nvPr>
        </p:nvSpPr>
        <p:spPr>
          <a:xfrm>
            <a:off x="8637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n-US" sz="1200" spc="4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A40170-8D28-4680-BB6F-5CF22A6FC41F}" type="slidenum">
              <a:rPr b="1" lang="en-US" sz="1200" spc="4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Object 1" descr=""/>
          <p:cNvPicPr/>
          <p:nvPr/>
        </p:nvPicPr>
        <p:blipFill>
          <a:blip r:embed="rId2"/>
          <a:stretch/>
        </p:blipFill>
        <p:spPr>
          <a:xfrm>
            <a:off x="9385920" y="0"/>
            <a:ext cx="1573200" cy="3953160"/>
          </a:xfrm>
          <a:prstGeom prst="rect">
            <a:avLst/>
          </a:prstGeom>
          <a:ln w="0">
            <a:noFill/>
          </a:ln>
        </p:spPr>
      </p:pic>
      <p:sp>
        <p:nvSpPr>
          <p:cNvPr id="126" name="Oval 2"/>
          <p:cNvSpPr/>
          <p:nvPr/>
        </p:nvSpPr>
        <p:spPr>
          <a:xfrm>
            <a:off x="9115560" y="4241160"/>
            <a:ext cx="2113920" cy="21139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ftr" idx="5"/>
          </p:nvPr>
        </p:nvSpPr>
        <p:spPr>
          <a:xfrm>
            <a:off x="811080" y="6356520"/>
            <a:ext cx="44100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4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4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ldNum" idx="6"/>
          </p:nvPr>
        </p:nvSpPr>
        <p:spPr>
          <a:xfrm>
            <a:off x="8637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n-US" sz="1200" spc="4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3EEA64-CAF9-41C7-909B-C8EBBC99CF59}" type="slidenum">
              <a:rPr b="1" lang="en-US" sz="1200" spc="4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roup 2"/>
          <p:cNvGrpSpPr/>
          <p:nvPr/>
        </p:nvGrpSpPr>
        <p:grpSpPr>
          <a:xfrm>
            <a:off x="743040" y="360"/>
            <a:ext cx="2132640" cy="2132640"/>
            <a:chOff x="743040" y="360"/>
            <a:chExt cx="2132640" cy="2132640"/>
          </a:xfrm>
        </p:grpSpPr>
        <p:sp>
          <p:nvSpPr>
            <p:cNvPr id="168" name="Freeform 4"/>
            <p:cNvSpPr/>
            <p:nvPr/>
          </p:nvSpPr>
          <p:spPr>
            <a:xfrm rot="10800000">
              <a:off x="743760" y="0"/>
              <a:ext cx="2131200" cy="1052640"/>
            </a:xfrm>
            <a:custGeom>
              <a:avLst/>
              <a:gdLst>
                <a:gd name="textAreaLeft" fmla="*/ 0 w 2131200"/>
                <a:gd name="textAreaRight" fmla="*/ 2132640 w 2131200"/>
                <a:gd name="textAreaTop" fmla="*/ 0 h 1052640"/>
                <a:gd name="textAreaBottom" fmla="*/ 1054080 h 1052640"/>
              </a:gdLst>
              <a:ahLst/>
              <a:rect l="textAreaLeft" t="textAreaTop" r="textAreaRight" b="textAreaBottom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  <p:sp>
          <p:nvSpPr>
            <p:cNvPr id="169" name="Freeform 5"/>
            <p:cNvSpPr/>
            <p:nvPr/>
          </p:nvSpPr>
          <p:spPr>
            <a:xfrm rot="10800000">
              <a:off x="743040" y="1054440"/>
              <a:ext cx="2132640" cy="1078200"/>
            </a:xfrm>
            <a:custGeom>
              <a:avLst/>
              <a:gdLst>
                <a:gd name="textAreaLeft" fmla="*/ 0 w 2132640"/>
                <a:gd name="textAreaRight" fmla="*/ 2134080 w 2132640"/>
                <a:gd name="textAreaTop" fmla="*/ 0 h 1078200"/>
                <a:gd name="textAreaBottom" fmla="*/ 1079640 h 1078200"/>
              </a:gdLst>
              <a:ahLst/>
              <a:rect l="textAreaLeft" t="textAreaTop" r="textAreaRight" b="textAreaBottom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70" name="Graphic 8"/>
          <p:cNvSpPr/>
          <p:nvPr/>
        </p:nvSpPr>
        <p:spPr>
          <a:xfrm flipH="1" flipV="1">
            <a:off x="-1440" y="3625200"/>
            <a:ext cx="4473000" cy="3229920"/>
          </a:xfrm>
          <a:custGeom>
            <a:avLst/>
            <a:gdLst>
              <a:gd name="textAreaLeft" fmla="*/ 720 w 4473000"/>
              <a:gd name="textAreaRight" fmla="*/ 4475160 w 4473000"/>
              <a:gd name="textAreaTop" fmla="*/ -720 h 3229920"/>
              <a:gd name="textAreaBottom" fmla="*/ 3230640 h 3229920"/>
            </a:gdLst>
            <a:ahLst/>
            <a:rect l="textAreaLeft" t="textAreaTop" r="textAreaRight" b="textAreaBottom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ftr" idx="7"/>
          </p:nvPr>
        </p:nvSpPr>
        <p:spPr>
          <a:xfrm>
            <a:off x="811080" y="6356520"/>
            <a:ext cx="44100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4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4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sldNum" idx="8"/>
          </p:nvPr>
        </p:nvSpPr>
        <p:spPr>
          <a:xfrm>
            <a:off x="8637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n-US" sz="1200" spc="4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A24580-1BFF-49E7-9D97-D0C8B14FFD6B}" type="slidenum">
              <a:rPr b="1" lang="en-US" sz="1200" spc="4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roup 2"/>
          <p:cNvGrpSpPr/>
          <p:nvPr/>
        </p:nvGrpSpPr>
        <p:grpSpPr>
          <a:xfrm>
            <a:off x="743040" y="360"/>
            <a:ext cx="2132640" cy="2132640"/>
            <a:chOff x="743040" y="360"/>
            <a:chExt cx="2132640" cy="2132640"/>
          </a:xfrm>
        </p:grpSpPr>
        <p:sp>
          <p:nvSpPr>
            <p:cNvPr id="212" name="Freeform 4"/>
            <p:cNvSpPr/>
            <p:nvPr/>
          </p:nvSpPr>
          <p:spPr>
            <a:xfrm rot="10800000">
              <a:off x="743760" y="0"/>
              <a:ext cx="2131200" cy="1052640"/>
            </a:xfrm>
            <a:custGeom>
              <a:avLst/>
              <a:gdLst>
                <a:gd name="textAreaLeft" fmla="*/ 0 w 2131200"/>
                <a:gd name="textAreaRight" fmla="*/ 2132640 w 2131200"/>
                <a:gd name="textAreaTop" fmla="*/ 0 h 1052640"/>
                <a:gd name="textAreaBottom" fmla="*/ 1054080 h 1052640"/>
              </a:gdLst>
              <a:ahLst/>
              <a:rect l="textAreaLeft" t="textAreaTop" r="textAreaRight" b="textAreaBottom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  <p:sp>
          <p:nvSpPr>
            <p:cNvPr id="213" name="Freeform 5"/>
            <p:cNvSpPr/>
            <p:nvPr/>
          </p:nvSpPr>
          <p:spPr>
            <a:xfrm rot="10800000">
              <a:off x="743040" y="1054440"/>
              <a:ext cx="2132640" cy="1078200"/>
            </a:xfrm>
            <a:custGeom>
              <a:avLst/>
              <a:gdLst>
                <a:gd name="textAreaLeft" fmla="*/ 0 w 2132640"/>
                <a:gd name="textAreaRight" fmla="*/ 2134080 w 2132640"/>
                <a:gd name="textAreaTop" fmla="*/ 0 h 1078200"/>
                <a:gd name="textAreaBottom" fmla="*/ 1079640 h 1078200"/>
              </a:gdLst>
              <a:ahLst/>
              <a:rect l="textAreaLeft" t="textAreaTop" r="textAreaRight" b="textAreaBottom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14" name="Graphic 8"/>
          <p:cNvSpPr/>
          <p:nvPr/>
        </p:nvSpPr>
        <p:spPr>
          <a:xfrm flipH="1" flipV="1">
            <a:off x="-1440" y="3625200"/>
            <a:ext cx="4473000" cy="3229920"/>
          </a:xfrm>
          <a:custGeom>
            <a:avLst/>
            <a:gdLst>
              <a:gd name="textAreaLeft" fmla="*/ 720 w 4473000"/>
              <a:gd name="textAreaRight" fmla="*/ 4475160 w 4473000"/>
              <a:gd name="textAreaTop" fmla="*/ -720 h 3229920"/>
              <a:gd name="textAreaBottom" fmla="*/ 3230640 h 3229920"/>
            </a:gdLst>
            <a:ahLst/>
            <a:rect l="textAreaLeft" t="textAreaTop" r="textAreaRight" b="textAreaBottom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 type="ftr" idx="9"/>
          </p:nvPr>
        </p:nvSpPr>
        <p:spPr>
          <a:xfrm>
            <a:off x="811080" y="6356520"/>
            <a:ext cx="44100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4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4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ldNum" idx="10"/>
          </p:nvPr>
        </p:nvSpPr>
        <p:spPr>
          <a:xfrm>
            <a:off x="8637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n-US" sz="1200" spc="4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C9C645-7CE6-4640-9076-029668CDA5BD}" type="slidenum">
              <a:rPr b="1" lang="en-US" sz="1200" spc="4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roup 1"/>
          <p:cNvGrpSpPr/>
          <p:nvPr/>
        </p:nvGrpSpPr>
        <p:grpSpPr>
          <a:xfrm>
            <a:off x="9830880" y="4725720"/>
            <a:ext cx="2132640" cy="2132280"/>
            <a:chOff x="9830880" y="4725720"/>
            <a:chExt cx="2132640" cy="2132280"/>
          </a:xfrm>
        </p:grpSpPr>
        <p:sp>
          <p:nvSpPr>
            <p:cNvPr id="256" name="Freeform 11"/>
            <p:cNvSpPr/>
            <p:nvPr/>
          </p:nvSpPr>
          <p:spPr>
            <a:xfrm rot="10800000">
              <a:off x="9831600" y="4725720"/>
              <a:ext cx="2131200" cy="1052640"/>
            </a:xfrm>
            <a:custGeom>
              <a:avLst/>
              <a:gdLst>
                <a:gd name="textAreaLeft" fmla="*/ 0 w 2131200"/>
                <a:gd name="textAreaRight" fmla="*/ 2132640 w 2131200"/>
                <a:gd name="textAreaTop" fmla="*/ 0 h 1052640"/>
                <a:gd name="textAreaBottom" fmla="*/ 1054080 h 1052640"/>
              </a:gdLst>
              <a:ahLst/>
              <a:rect l="textAreaLeft" t="textAreaTop" r="textAreaRight" b="textAreaBottom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  <p:sp>
          <p:nvSpPr>
            <p:cNvPr id="257" name="Freeform 12"/>
            <p:cNvSpPr/>
            <p:nvPr/>
          </p:nvSpPr>
          <p:spPr>
            <a:xfrm rot="10800000">
              <a:off x="9830880" y="5779800"/>
              <a:ext cx="2132640" cy="1078200"/>
            </a:xfrm>
            <a:custGeom>
              <a:avLst/>
              <a:gdLst>
                <a:gd name="textAreaLeft" fmla="*/ 0 w 2132640"/>
                <a:gd name="textAreaRight" fmla="*/ 2134080 w 2132640"/>
                <a:gd name="textAreaTop" fmla="*/ 0 h 1078200"/>
                <a:gd name="textAreaBottom" fmla="*/ 1079640 h 1078200"/>
              </a:gdLst>
              <a:ahLst/>
              <a:rect l="textAreaLeft" t="textAreaTop" r="textAreaRight" b="textAreaBottom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58" name="Graphic 4"/>
          <p:cNvSpPr/>
          <p:nvPr/>
        </p:nvSpPr>
        <p:spPr>
          <a:xfrm>
            <a:off x="7717680" y="0"/>
            <a:ext cx="4473000" cy="3229920"/>
          </a:xfrm>
          <a:custGeom>
            <a:avLst/>
            <a:gdLst>
              <a:gd name="textAreaLeft" fmla="*/ 0 w 4473000"/>
              <a:gd name="textAreaRight" fmla="*/ 4474440 w 4473000"/>
              <a:gd name="textAreaTop" fmla="*/ 0 h 3229920"/>
              <a:gd name="textAreaBottom" fmla="*/ 3231360 h 3229920"/>
            </a:gdLst>
            <a:ahLst/>
            <a:rect l="textAreaLeft" t="textAreaTop" r="textAreaRight" b="textAreaBottom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811080" y="629640"/>
            <a:ext cx="8959680" cy="559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7000" spc="89" strike="noStrike">
                <a:solidFill>
                  <a:srgbClr val="ffffff"/>
                </a:solidFill>
                <a:latin typeface="Arial Black"/>
              </a:rPr>
              <a:t>{{TOPIC}}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180000" y="622080"/>
            <a:ext cx="10287000" cy="74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600" spc="89" strike="noStrike">
                <a:solidFill>
                  <a:srgbClr val="ffffff"/>
                </a:solidFill>
                <a:latin typeface="Arial Black"/>
              </a:rPr>
              <a:t>Agenda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811080" y="2774880"/>
            <a:ext cx="6399360" cy="3256200"/>
          </a:xfrm>
          <a:prstGeom prst="rect">
            <a:avLst/>
          </a:prstGeom>
          <a:noFill/>
          <a:ln w="0">
            <a:noFill/>
          </a:ln>
        </p:spPr>
        <p:txBody>
          <a:bodyPr lIns="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{{AGENDA_POINTS}}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811080" y="827280"/>
            <a:ext cx="6399360" cy="520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5400" spc="89" strike="noStrike">
                <a:solidFill>
                  <a:srgbClr val="ffffff"/>
                </a:solidFill>
                <a:latin typeface="Arial Black"/>
              </a:rPr>
              <a:t>{{TITLE}}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811080" y="622080"/>
            <a:ext cx="7598160" cy="30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5400" spc="89" strike="noStrike">
                <a:solidFill>
                  <a:srgbClr val="ffffff"/>
                </a:solidFill>
                <a:latin typeface="Arial Black"/>
              </a:rPr>
              <a:t>{{TITLE}}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/>
          </p:nvPr>
        </p:nvSpPr>
        <p:spPr>
          <a:xfrm>
            <a:off x="811080" y="3965040"/>
            <a:ext cx="7598160" cy="14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accent4"/>
                </a:solidFill>
                <a:latin typeface="Arial Black"/>
              </a:rPr>
              <a:t>{{SUBTITLE}}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2971800" y="190080"/>
            <a:ext cx="9220320" cy="5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89" strike="noStrike">
                <a:solidFill>
                  <a:srgbClr val="ffffff"/>
                </a:solidFill>
                <a:latin typeface="Arial Black"/>
              </a:rPr>
              <a:t>{{TITLE}}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2743200" y="2286000"/>
            <a:ext cx="8609040" cy="434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{{CONTENT}}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3321000" y="133200"/>
            <a:ext cx="8686800" cy="5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89" strike="noStrike">
                <a:solidFill>
                  <a:srgbClr val="ffffff"/>
                </a:solidFill>
                <a:latin typeface="Arial Black"/>
              </a:rPr>
              <a:t>{{TITLE}}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2" name="main_image" descr=""/>
          <p:cNvPicPr/>
          <p:nvPr/>
        </p:nvPicPr>
        <p:blipFill>
          <a:blip r:embed="rId1"/>
          <a:stretch/>
        </p:blipFill>
        <p:spPr>
          <a:xfrm>
            <a:off x="3471480" y="1600200"/>
            <a:ext cx="8186040" cy="479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811080" y="612720"/>
            <a:ext cx="10001160" cy="365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7000" spc="89" strike="noStrike">
                <a:solidFill>
                  <a:srgbClr val="ffffff"/>
                </a:solidFill>
                <a:latin typeface="Arial Black"/>
              </a:rPr>
              <a:t>Thank you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subTitle"/>
          </p:nvPr>
        </p:nvSpPr>
        <p:spPr>
          <a:xfrm>
            <a:off x="811080" y="4723920"/>
            <a:ext cx="699948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accent4"/>
                </a:solidFill>
                <a:latin typeface="Arial Black"/>
              </a:rPr>
              <a:t>{{CONTACT}}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Application>LibreOffice/7.4.7.2$Linux_X86_64 LibreOffice_project/40$Build-2</Application>
  <AppVersion>15.0000</AppVersion>
  <Words>418</Words>
  <Paragraphs>115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2024-01-03T23:14:54Z</dcterms:created>
  <dc:creator/>
  <dc:description/>
  <dc:language>en-US</dc:language>
  <cp:lastModifiedBy/>
  <dcterms:modified xsi:type="dcterms:W3CDTF">2025-01-16T22:14:18Z</dcterms:modified>
  <cp:revision>12</cp:revision>
  <dc:subject/>
  <dc:title>Basic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i4>13</vt:i4>
  </property>
  <property fmtid="{D5CDD505-2E9C-101B-9397-08002B2CF9AE}" pid="4" name="PresentationFormat">
    <vt:lpwstr>Widescreen</vt:lpwstr>
  </property>
  <property fmtid="{D5CDD505-2E9C-101B-9397-08002B2CF9AE}" pid="5" name="Slides">
    <vt:i4>13</vt:i4>
  </property>
</Properties>
</file>