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png" ContentType="image/png"/>
  <Default Extension="jpeg" ContentType="image/jpeg"/>
  <Override PartName="/_rels/.rels" ContentType="application/vnd.openxmlformats-package.relationship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presentation.xml" ContentType="application/vnd.openxmlformats-officedocument.presentationml.presentation.main+xml"/>
  <Override PartName="/ppt/presProps.xml" ContentType="application/vnd.openxmlformats-officedocument.presentationml.presProps+xml"/>
  <Override PartName="/ppt/slideMasters/_rels/slideMaster5.xml.rels" ContentType="application/vnd.openxmlformats-package.relationships+xml"/>
  <Override PartName="/ppt/slideMasters/_rels/slideMaster4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_rels/slideMaster1.xml.rels" ContentType="application/vnd.openxmlformats-package.relationships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Layouts/slideLayout46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_rels/slideLayout33.xml.rels" ContentType="application/vnd.openxmlformats-package.relationships+xml"/>
  <Override PartName="/ppt/slideLayouts/_rels/slideLayout50.xml.rels" ContentType="application/vnd.openxmlformats-package.relationships+xml"/>
  <Override PartName="/ppt/slideLayouts/_rels/slideLayout59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51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52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60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45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58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53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54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55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4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56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7.xml.rels" ContentType="application/vnd.openxmlformats-package.relationships+xml"/>
  <Override PartName="/ppt/slideLayouts/slideLayout25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58.xml" ContentType="application/vnd.openxmlformats-officedocument.presentationml.slideLayout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slides/_rels/slide6.xml.rels" ContentType="application/vnd.openxmlformats-package.relationships+xml"/>
  <Override PartName="/ppt/slides/_rels/slide5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2.xml.rels" ContentType="application/vnd.openxmlformats-package.relationships+xml"/>
  <Override PartName="/ppt/slides/_rels/slide1.xml.rels" ContentType="application/vnd.openxmlformats-package.relationshi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  <p:sldMasterId id="2147483700" r:id="rId6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9144000" cy="5143500"/>
  <p:notesSz cx="6858000" cy="9144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Master" Target="slideMasters/slideMaster5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presProps" Target="presProps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5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_rels/slideLayout6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5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220BF0E-C3D8-485E-9CA6-25F30EA6005F}" type="slidenum">
              <a:t>&lt;#&gt;</a:t>
            </a:fld>
          </a:p>
        </p:txBody>
      </p:sp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subTitle"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7184CB38-8FE4-4F46-8B4A-E8FB43A2C504}" type="slidenum">
              <a:t>&lt;#&gt;</a:t>
            </a:fld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F1BD5221-4D3E-4369-A5AA-23CE38E464CC}" type="slidenum">
              <a:t>&lt;#&gt;</a:t>
            </a:fld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62A849F-768C-41F9-8BAA-EDB637F7B966}" type="slidenum">
              <a:t>&lt;#&gt;</a:t>
            </a:fld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A1C95A9B-6520-4ED7-A218-54FC6EC5E9DC}" type="slidenum">
              <a:t>&lt;#&gt;</a:t>
            </a:fld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laceHolder 1"/>
          <p:cNvSpPr>
            <a:spLocks noGrp="1"/>
          </p:cNvSpPr>
          <p:nvPr>
            <p:ph type="subTitle"/>
          </p:nvPr>
        </p:nvSpPr>
        <p:spPr>
          <a:xfrm>
            <a:off x="2400120" y="576000"/>
            <a:ext cx="6321240" cy="29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B1999DB7-A26C-4512-8B95-33005073178E}" type="slidenum">
              <a:t>&lt;#&gt;</a:t>
            </a:fld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46A79636-DAE5-4ABC-A132-D71AE9D2CF85}" type="slidenum">
              <a:t>&lt;#&gt;</a:t>
            </a:fld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DEC23B6F-3395-4DEF-8734-71E62606AD80}" type="slidenum">
              <a:t>&lt;#&gt;</a:t>
            </a:fld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6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02E7977C-93A4-4074-9246-BF4E85439F48}" type="slidenum">
              <a:t>&lt;#&gt;</a:t>
            </a:fld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8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9" name="PlaceHolder 3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523E202D-6972-46A6-84EE-44A368BD1FCB}" type="slidenum">
              <a:t>&lt;#&gt;</a:t>
            </a:fld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1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2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3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4" name="PlaceHolder 5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C3586504-FF8C-42E8-8E00-F0B4D0BD6663}" type="slidenum">
              <a:t>&lt;#&gt;</a:t>
            </a:fld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6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7" name="PlaceHolder 3"/>
          <p:cNvSpPr>
            <a:spLocks noGrp="1"/>
          </p:cNvSpPr>
          <p:nvPr>
            <p:ph/>
          </p:nvPr>
        </p:nvSpPr>
        <p:spPr>
          <a:xfrm>
            <a:off x="454752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8" name="PlaceHolder 4"/>
          <p:cNvSpPr>
            <a:spLocks noGrp="1"/>
          </p:cNvSpPr>
          <p:nvPr>
            <p:ph/>
          </p:nvPr>
        </p:nvSpPr>
        <p:spPr>
          <a:xfrm>
            <a:off x="668448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9" name="PlaceHolder 5"/>
          <p:cNvSpPr>
            <a:spLocks noGrp="1"/>
          </p:cNvSpPr>
          <p:nvPr>
            <p:ph/>
          </p:nvPr>
        </p:nvSpPr>
        <p:spPr>
          <a:xfrm>
            <a:off x="241020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0" name="PlaceHolder 6"/>
          <p:cNvSpPr>
            <a:spLocks noGrp="1"/>
          </p:cNvSpPr>
          <p:nvPr>
            <p:ph/>
          </p:nvPr>
        </p:nvSpPr>
        <p:spPr>
          <a:xfrm>
            <a:off x="454752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1" name="PlaceHolder 7"/>
          <p:cNvSpPr>
            <a:spLocks noGrp="1"/>
          </p:cNvSpPr>
          <p:nvPr>
            <p:ph/>
          </p:nvPr>
        </p:nvSpPr>
        <p:spPr>
          <a:xfrm>
            <a:off x="668448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1"/>
          </p:nvPr>
        </p:nvSpPr>
        <p:spPr/>
        <p:txBody>
          <a:bodyPr/>
          <a:p>
            <a:fld id="{E7EA5324-0A9B-492A-A8EC-1F0B16AC9CF3}" type="slidenum">
              <a:t>&lt;#&gt;</a:t>
            </a:fld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E2F88893-D23D-4B7D-8B58-72714676DD7A}" type="slidenum">
              <a:t>&lt;#&gt;</a:t>
            </a:fld>
          </a:p>
        </p:txBody>
      </p:sp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8" name="PlaceHolder 2"/>
          <p:cNvSpPr>
            <a:spLocks noGrp="1"/>
          </p:cNvSpPr>
          <p:nvPr>
            <p:ph type="subTitle"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A4ABA02-B1DA-431E-861F-C70B0F44FB1F}" type="slidenum">
              <a:t>&lt;#&gt;</a:t>
            </a:fld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2A7CAA9-3149-45DB-8E0C-8615DAB9CF8F}" type="slidenum">
              <a:t>&lt;#&gt;</a:t>
            </a:fld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2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3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39B733F-282B-43B3-B86A-2DC742CA4A3B}" type="slidenum">
              <a:t>&lt;#&gt;</a:t>
            </a:fld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27A6C13-6D63-40D7-83A0-1762D5D577DA}" type="slidenum">
              <a:t>&lt;#&gt;</a:t>
            </a:fld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PlaceHolder 1"/>
          <p:cNvSpPr>
            <a:spLocks noGrp="1"/>
          </p:cNvSpPr>
          <p:nvPr>
            <p:ph type="subTitle"/>
          </p:nvPr>
        </p:nvSpPr>
        <p:spPr>
          <a:xfrm>
            <a:off x="2400120" y="576000"/>
            <a:ext cx="6321240" cy="29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F011AC9-CB7B-4402-8C21-A2E16A3247C2}" type="slidenum">
              <a:t>&lt;#&gt;</a:t>
            </a:fld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7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8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9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17F07399-0A3D-47C8-BB69-F13118F7DC90}" type="slidenum">
              <a:t>&lt;#&gt;</a:t>
            </a:fld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1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2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3" name="PlaceHolder 4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284CDD7B-E7F8-401C-B3C5-4A452B959B5F}" type="slidenum">
              <a:t>&lt;#&gt;</a:t>
            </a:fld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A434B24E-6D57-46C2-BF21-EF17F332F73E}" type="slidenum">
              <a:t>&lt;#&gt;</a:t>
            </a:fld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9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0" name="PlaceHolder 3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C8097772-CF02-4A4B-8230-09E26D37E574}" type="slidenum">
              <a:t>&lt;#&gt;</a:t>
            </a:fld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2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3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4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5" name="PlaceHolder 5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5652E346-BE07-40B8-BE71-3AB7CB182252}" type="slidenum">
              <a:t>&lt;#&gt;</a:t>
            </a:fld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/>
          </p:nvPr>
        </p:nvSpPr>
        <p:spPr>
          <a:xfrm>
            <a:off x="454752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/>
          </p:nvPr>
        </p:nvSpPr>
        <p:spPr>
          <a:xfrm>
            <a:off x="668448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/>
          </p:nvPr>
        </p:nvSpPr>
        <p:spPr>
          <a:xfrm>
            <a:off x="241020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1" name="PlaceHolder 6"/>
          <p:cNvSpPr>
            <a:spLocks noGrp="1"/>
          </p:cNvSpPr>
          <p:nvPr>
            <p:ph/>
          </p:nvPr>
        </p:nvSpPr>
        <p:spPr>
          <a:xfrm>
            <a:off x="454752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2" name="PlaceHolder 7"/>
          <p:cNvSpPr>
            <a:spLocks noGrp="1"/>
          </p:cNvSpPr>
          <p:nvPr>
            <p:ph/>
          </p:nvPr>
        </p:nvSpPr>
        <p:spPr>
          <a:xfrm>
            <a:off x="668448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2"/>
          </p:nvPr>
        </p:nvSpPr>
        <p:spPr/>
        <p:txBody>
          <a:bodyPr/>
          <a:p>
            <a:fld id="{03FC0B64-C3B4-4D8F-8D65-EB5314B59E7D}" type="slidenum">
              <a:t>&lt;#&gt;</a:t>
            </a:fld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BB47884-38D0-4917-9165-2F8A883635C0}" type="slidenum">
              <a:t>&lt;#&gt;</a:t>
            </a:fld>
          </a:p>
        </p:txBody>
      </p:sp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subTitle"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0AAC3168-B61D-41B5-898B-CBF443313A97}" type="slidenum">
              <a:t>&lt;#&gt;</a:t>
            </a:fld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3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F8102F80-08C1-40E3-BF36-C4B31E503009}" type="slidenum">
              <a:t>&lt;#&gt;</a:t>
            </a:fld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7C2F8AEA-AD51-4585-A9BF-2837842284DF}" type="slidenum">
              <a:t>&lt;#&gt;</a:t>
            </a:fld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C74C0DE-6380-4948-94EE-C719E1034F5D}" type="slidenum">
              <a:t>&lt;#&gt;</a:t>
            </a:fld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subTitle"/>
          </p:nvPr>
        </p:nvSpPr>
        <p:spPr>
          <a:xfrm>
            <a:off x="2400120" y="576000"/>
            <a:ext cx="6321240" cy="29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B45EDA02-615B-4521-B8BD-8B2F9B6EE863}" type="slidenum">
              <a:t>&lt;#&gt;</a:t>
            </a:fld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0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1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2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ECA32F7A-9E34-44DA-86EA-006198A2FD8D}" type="slidenum">
              <a:t>&lt;#&gt;</a:t>
            </a:fld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4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5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6" name="PlaceHolder 4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50A1875A-955E-49BC-8A72-045CC2595C00}" type="slidenum">
              <a:t>&lt;#&gt;</a:t>
            </a:fld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8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09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0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442DB43-DAA9-4383-BB58-428CA0E024F4}" type="slidenum">
              <a:t>&lt;#&gt;</a:t>
            </a:fld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2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3" name="PlaceHolder 3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332322B0-AD6F-4B9D-A099-D4DEB872A6C6}" type="slidenum">
              <a:t>&lt;#&gt;</a:t>
            </a:fld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5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6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7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18" name="PlaceHolder 5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8CCEFEB1-F3EF-4EB5-B34C-4195939D6DAC}" type="slidenum">
              <a:t>&lt;#&gt;</a:t>
            </a:fld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1" name="PlaceHolder 3"/>
          <p:cNvSpPr>
            <a:spLocks noGrp="1"/>
          </p:cNvSpPr>
          <p:nvPr>
            <p:ph/>
          </p:nvPr>
        </p:nvSpPr>
        <p:spPr>
          <a:xfrm>
            <a:off x="454752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2" name="PlaceHolder 4"/>
          <p:cNvSpPr>
            <a:spLocks noGrp="1"/>
          </p:cNvSpPr>
          <p:nvPr>
            <p:ph/>
          </p:nvPr>
        </p:nvSpPr>
        <p:spPr>
          <a:xfrm>
            <a:off x="668448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3" name="PlaceHolder 5"/>
          <p:cNvSpPr>
            <a:spLocks noGrp="1"/>
          </p:cNvSpPr>
          <p:nvPr>
            <p:ph/>
          </p:nvPr>
        </p:nvSpPr>
        <p:spPr>
          <a:xfrm>
            <a:off x="241020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4" name="PlaceHolder 6"/>
          <p:cNvSpPr>
            <a:spLocks noGrp="1"/>
          </p:cNvSpPr>
          <p:nvPr>
            <p:ph/>
          </p:nvPr>
        </p:nvSpPr>
        <p:spPr>
          <a:xfrm>
            <a:off x="454752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5" name="PlaceHolder 7"/>
          <p:cNvSpPr>
            <a:spLocks noGrp="1"/>
          </p:cNvSpPr>
          <p:nvPr>
            <p:ph/>
          </p:nvPr>
        </p:nvSpPr>
        <p:spPr>
          <a:xfrm>
            <a:off x="668448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3"/>
          </p:nvPr>
        </p:nvSpPr>
        <p:spPr/>
        <p:txBody>
          <a:bodyPr/>
          <a:p>
            <a:fld id="{A16F0977-743F-4360-BA5F-5A45F9044F5F}" type="slidenum">
              <a:t>&lt;#&gt;</a:t>
            </a:fld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97477432-049E-49B3-A54F-B9EC3E26FDDC}" type="slidenum">
              <a:t>&lt;#&gt;</a:t>
            </a:fld>
          </a:p>
        </p:txBody>
      </p:sp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2" name="PlaceHolder 2"/>
          <p:cNvSpPr>
            <a:spLocks noGrp="1"/>
          </p:cNvSpPr>
          <p:nvPr>
            <p:ph type="subTitle"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25DA6345-217D-431C-9E56-5B7AB3A1BABE}" type="slidenum">
              <a:t>&lt;#&gt;</a:t>
            </a:fld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4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1829B56E-76FC-4C61-A9A8-5817FC4FA6B0}" type="slidenum">
              <a:t>&lt;#&gt;</a:t>
            </a:fld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6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37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B6A2D3C3-D430-4EE9-A40F-A8A496902987}" type="slidenum">
              <a:t>&lt;#&gt;</a:t>
            </a:fld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CC45D586-6169-4092-B35C-25F26669025D}" type="slidenum">
              <a:t>&lt;#&gt;</a:t>
            </a:fld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PlaceHolder 1"/>
          <p:cNvSpPr>
            <a:spLocks noGrp="1"/>
          </p:cNvSpPr>
          <p:nvPr>
            <p:ph type="subTitle"/>
          </p:nvPr>
        </p:nvSpPr>
        <p:spPr>
          <a:xfrm>
            <a:off x="2400120" y="576000"/>
            <a:ext cx="6321240" cy="29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6FE5FDD3-633E-40AD-9E61-45CF022660D1}" type="slidenum">
              <a:t>&lt;#&gt;</a:t>
            </a:fld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3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E7A5E62-B41E-4805-8B11-1A2D64E27D23}" type="slidenum">
              <a:t>&lt;#&gt;</a:t>
            </a:fld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5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6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7" name="PlaceHolder 4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3EEF8501-F0AD-48F1-B47C-0ECC611D1D50}" type="slidenum">
              <a:t>&lt;#&gt;</a:t>
            </a:fld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1538CE9-F534-40B1-AC8D-032FDE9E7AB4}" type="slidenum">
              <a:t>&lt;#&gt;</a:t>
            </a:fld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3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4" name="PlaceHolder 3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A15C1499-ADE9-485C-8791-131F60A2BD3D}" type="slidenum">
              <a:t>&lt;#&gt;</a:t>
            </a:fld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6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7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8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59" name="PlaceHolder 5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E32D112F-D8D3-40C6-BF1C-FAB5372255F2}" type="slidenum">
              <a:t>&lt;#&gt;</a:t>
            </a:fld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1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2" name="PlaceHolder 3"/>
          <p:cNvSpPr>
            <a:spLocks noGrp="1"/>
          </p:cNvSpPr>
          <p:nvPr>
            <p:ph/>
          </p:nvPr>
        </p:nvSpPr>
        <p:spPr>
          <a:xfrm>
            <a:off x="454752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3" name="PlaceHolder 4"/>
          <p:cNvSpPr>
            <a:spLocks noGrp="1"/>
          </p:cNvSpPr>
          <p:nvPr>
            <p:ph/>
          </p:nvPr>
        </p:nvSpPr>
        <p:spPr>
          <a:xfrm>
            <a:off x="668448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4" name="PlaceHolder 5"/>
          <p:cNvSpPr>
            <a:spLocks noGrp="1"/>
          </p:cNvSpPr>
          <p:nvPr>
            <p:ph/>
          </p:nvPr>
        </p:nvSpPr>
        <p:spPr>
          <a:xfrm>
            <a:off x="241020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5" name="PlaceHolder 6"/>
          <p:cNvSpPr>
            <a:spLocks noGrp="1"/>
          </p:cNvSpPr>
          <p:nvPr>
            <p:ph/>
          </p:nvPr>
        </p:nvSpPr>
        <p:spPr>
          <a:xfrm>
            <a:off x="454752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66" name="PlaceHolder 7"/>
          <p:cNvSpPr>
            <a:spLocks noGrp="1"/>
          </p:cNvSpPr>
          <p:nvPr>
            <p:ph/>
          </p:nvPr>
        </p:nvSpPr>
        <p:spPr>
          <a:xfrm>
            <a:off x="668448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4"/>
          </p:nvPr>
        </p:nvSpPr>
        <p:spPr/>
        <p:txBody>
          <a:bodyPr/>
          <a:p>
            <a:fld id="{F8424698-536B-46C8-9D8C-DCA217F5E545}" type="slidenum">
              <a:t>&lt;#&gt;</a:t>
            </a:fld>
          </a:p>
        </p:txBody>
      </p:sp>
    </p:spTree>
  </p:cSld>
</p:sldLayout>
</file>

<file path=ppt/slideLayouts/slideLayout4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8FCA74B2-9533-40E2-B4D3-4BDC9EF1C022}" type="slidenum">
              <a:t>&lt;#&gt;</a:t>
            </a:fld>
          </a:p>
        </p:txBody>
      </p:sp>
    </p:spTree>
  </p:cSld>
</p:sldLayout>
</file>

<file path=ppt/slideLayouts/slideLayout5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4" name="PlaceHolder 2"/>
          <p:cNvSpPr>
            <a:spLocks noGrp="1"/>
          </p:cNvSpPr>
          <p:nvPr>
            <p:ph type="subTitle"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 algn="ctr">
              <a:buNone/>
            </a:pPr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33FD3E4-C68B-41FB-B493-37BBB4D146CA}" type="slidenum">
              <a:t>&lt;#&gt;</a:t>
            </a:fld>
          </a:p>
        </p:txBody>
      </p:sp>
    </p:spTree>
  </p:cSld>
</p:sldLayout>
</file>

<file path=ppt/slideLayouts/slideLayout5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5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6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3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99780D67-29B1-456B-B3B0-96B3552E4F95}" type="slidenum">
              <a:t>&lt;#&gt;</a:t>
            </a:fld>
          </a:p>
        </p:txBody>
      </p:sp>
    </p:spTree>
  </p:cSld>
</p:sldLayout>
</file>

<file path=ppt/slideLayouts/slideLayout5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8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9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EB94C87-B09E-4463-9A79-31715B08B518}" type="slidenum">
              <a:t>&lt;#&gt;</a:t>
            </a:fld>
          </a:p>
        </p:txBody>
      </p:sp>
    </p:spTree>
  </p:cSld>
</p:sldLayout>
</file>

<file path=ppt/slideLayouts/slideLayout5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EFA7AD4B-EA85-4752-A7D7-8A907DC46CB1}" type="slidenum">
              <a:t>&lt;#&gt;</a:t>
            </a:fld>
          </a:p>
        </p:txBody>
      </p:sp>
    </p:spTree>
  </p:cSld>
</p:sldLayout>
</file>

<file path=ppt/slideLayouts/slideLayout5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PlaceHolder 1"/>
          <p:cNvSpPr>
            <a:spLocks noGrp="1"/>
          </p:cNvSpPr>
          <p:nvPr>
            <p:ph type="subTitle"/>
          </p:nvPr>
        </p:nvSpPr>
        <p:spPr>
          <a:xfrm>
            <a:off x="2400120" y="576000"/>
            <a:ext cx="6321240" cy="29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/>
            <a:endParaRPr b="0" lang="en-US" sz="32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C204B70B-1D0B-49CC-8D67-F48FA185AD82}" type="slidenum">
              <a:t>&lt;#&gt;</a:t>
            </a:fld>
          </a:p>
        </p:txBody>
      </p:sp>
    </p:spTree>
  </p:cSld>
</p:sldLayout>
</file>

<file path=ppt/slideLayouts/slideLayout5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3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4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5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660D9331-AA80-4D15-98E6-4B0C461208A8}" type="slidenum">
              <a:t>&lt;#&gt;</a:t>
            </a:fld>
          </a:p>
        </p:txBody>
      </p:sp>
    </p:spTree>
  </p:cSld>
</p:sldLayout>
</file>

<file path=ppt/slideLayouts/slideLayout5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7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3002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8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89" name="PlaceHolder 4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D98D6E5-85FF-491F-B3F7-4A648C621C56}" type="slidenum">
              <a:t>&lt;#&gt;</a:t>
            </a:fld>
          </a:p>
        </p:txBody>
      </p:sp>
    </p:spTree>
  </p:cSld>
</p:sldLayout>
</file>

<file path=ppt/slideLayouts/slideLayout5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1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2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3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PlaceHolder 5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F045CAEB-8D26-495A-9D72-2F69EA7EB6AD}" type="slidenum">
              <a:t>&lt;#&gt;</a:t>
            </a:fld>
          </a:p>
        </p:txBody>
      </p:sp>
    </p:spTree>
  </p:cSld>
</p:sldLayout>
</file>

<file path=ppt/slideLayouts/slideLayout5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5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6" name="PlaceHolder 3"/>
          <p:cNvSpPr>
            <a:spLocks noGrp="1"/>
          </p:cNvSpPr>
          <p:nvPr>
            <p:ph/>
          </p:nvPr>
        </p:nvSpPr>
        <p:spPr>
          <a:xfrm>
            <a:off x="2410200" y="3164040"/>
            <a:ext cx="632124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PlaceHolder 4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7098CB1B-2940-4D35-B8AD-0FDAC1242EB9}" type="slidenum">
              <a:t>&lt;#&gt;</a:t>
            </a:fld>
          </a:p>
        </p:txBody>
      </p:sp>
    </p:spTree>
  </p:cSld>
</p:sldLayout>
</file>

<file path=ppt/slideLayouts/slideLayout5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8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99" name="PlaceHolder 3"/>
          <p:cNvSpPr>
            <a:spLocks noGrp="1"/>
          </p:cNvSpPr>
          <p:nvPr>
            <p:ph/>
          </p:nvPr>
        </p:nvSpPr>
        <p:spPr>
          <a:xfrm>
            <a:off x="5649120" y="159588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0" name="PlaceHolder 4"/>
          <p:cNvSpPr>
            <a:spLocks noGrp="1"/>
          </p:cNvSpPr>
          <p:nvPr>
            <p:ph/>
          </p:nvPr>
        </p:nvSpPr>
        <p:spPr>
          <a:xfrm>
            <a:off x="241020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1" name="PlaceHolder 5"/>
          <p:cNvSpPr>
            <a:spLocks noGrp="1"/>
          </p:cNvSpPr>
          <p:nvPr>
            <p:ph/>
          </p:nvPr>
        </p:nvSpPr>
        <p:spPr>
          <a:xfrm>
            <a:off x="5649120" y="3164040"/>
            <a:ext cx="30844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7" name="PlaceHolder 6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28141F14-E17C-45D4-A974-4078C7235FA2}" type="slidenum">
              <a:t>&lt;#&gt;</a:t>
            </a:fld>
          </a:p>
        </p:txBody>
      </p:sp>
    </p:spTree>
  </p:cSld>
</p:sldLayout>
</file>

<file path=ppt/slideLayouts/slideLayout6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2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indent="0"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3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4" name="PlaceHolder 3"/>
          <p:cNvSpPr>
            <a:spLocks noGrp="1"/>
          </p:cNvSpPr>
          <p:nvPr>
            <p:ph/>
          </p:nvPr>
        </p:nvSpPr>
        <p:spPr>
          <a:xfrm>
            <a:off x="454752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5" name="PlaceHolder 4"/>
          <p:cNvSpPr>
            <a:spLocks noGrp="1"/>
          </p:cNvSpPr>
          <p:nvPr>
            <p:ph/>
          </p:nvPr>
        </p:nvSpPr>
        <p:spPr>
          <a:xfrm>
            <a:off x="6684480" y="159588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6" name="PlaceHolder 5"/>
          <p:cNvSpPr>
            <a:spLocks noGrp="1"/>
          </p:cNvSpPr>
          <p:nvPr>
            <p:ph/>
          </p:nvPr>
        </p:nvSpPr>
        <p:spPr>
          <a:xfrm>
            <a:off x="241020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7" name="PlaceHolder 6"/>
          <p:cNvSpPr>
            <a:spLocks noGrp="1"/>
          </p:cNvSpPr>
          <p:nvPr>
            <p:ph/>
          </p:nvPr>
        </p:nvSpPr>
        <p:spPr>
          <a:xfrm>
            <a:off x="454752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08" name="PlaceHolder 7"/>
          <p:cNvSpPr>
            <a:spLocks noGrp="1"/>
          </p:cNvSpPr>
          <p:nvPr>
            <p:ph/>
          </p:nvPr>
        </p:nvSpPr>
        <p:spPr>
          <a:xfrm>
            <a:off x="6684480" y="3164040"/>
            <a:ext cx="2035080" cy="14317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indent="0">
              <a:spcBef>
                <a:spcPts val="1417"/>
              </a:spcBef>
              <a:buNone/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9" name="PlaceHolder 8"/>
          <p:cNvSpPr>
            <a:spLocks noGrp="1"/>
          </p:cNvSpPr>
          <p:nvPr>
            <p:ph type="sldNum" idx="5"/>
          </p:nvPr>
        </p:nvSpPr>
        <p:spPr/>
        <p:txBody>
          <a:bodyPr/>
          <a:p>
            <a:fld id="{A69AB434-3B86-4418-9539-E92A119A9482}" type="slidenum">
              <a:t>&lt;#&gt;</a:t>
            </a:fld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_rels/slideMaster5.xml.rels><?xml version="1.0" encoding="UTF-8"?>
<Relationships xmlns="http://schemas.openxmlformats.org/package/2006/relationships"><Relationship Id="rId1" Type="http://schemas.openxmlformats.org/officeDocument/2006/relationships/theme" Target="../theme/theme5.xml"/><Relationship Id="rId2" Type="http://schemas.openxmlformats.org/officeDocument/2006/relationships/slideLayout" Target="../slideLayouts/slideLayout49.xml"/><Relationship Id="rId3" Type="http://schemas.openxmlformats.org/officeDocument/2006/relationships/slideLayout" Target="../slideLayouts/slideLayout50.xml"/><Relationship Id="rId4" Type="http://schemas.openxmlformats.org/officeDocument/2006/relationships/slideLayout" Target="../slideLayouts/slideLayout51.xml"/><Relationship Id="rId5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3.xml"/><Relationship Id="rId7" Type="http://schemas.openxmlformats.org/officeDocument/2006/relationships/slideLayout" Target="../slideLayouts/slideLayout54.xml"/><Relationship Id="rId8" Type="http://schemas.openxmlformats.org/officeDocument/2006/relationships/slideLayout" Target="../slideLayouts/slideLayout55.xml"/><Relationship Id="rId9" Type="http://schemas.openxmlformats.org/officeDocument/2006/relationships/slideLayout" Target="../slideLayouts/slideLayout56.xml"/><Relationship Id="rId10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58.xml"/><Relationship Id="rId12" Type="http://schemas.openxmlformats.org/officeDocument/2006/relationships/slideLayout" Target="../slideLayouts/slideLayout59.xml"/><Relationship Id="rId13" Type="http://schemas.openxmlformats.org/officeDocument/2006/relationships/slideLayout" Target="../slideLayouts/slideLayout60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0" name="Google Shape;10;p2"/>
          <p:cNvCxnSpPr/>
          <p:nvPr/>
        </p:nvCxnSpPr>
        <p:spPr>
          <a:xfrm>
            <a:off x="2477520" y="415440"/>
            <a:ext cx="6244560" cy="36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1" name="Google Shape;11;p2"/>
          <p:cNvCxnSpPr/>
          <p:nvPr/>
        </p:nvCxnSpPr>
        <p:spPr>
          <a:xfrm>
            <a:off x="2477520" y="4739760"/>
            <a:ext cx="624456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cxnSp>
        <p:nvCxnSpPr>
          <p:cNvPr id="2" name="Google Shape;12;p2"/>
          <p:cNvCxnSpPr/>
          <p:nvPr/>
        </p:nvCxnSpPr>
        <p:spPr>
          <a:xfrm>
            <a:off x="425160" y="415440"/>
            <a:ext cx="18360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3" name="PlaceHolder 1"/>
          <p:cNvSpPr>
            <a:spLocks noGrp="1"/>
          </p:cNvSpPr>
          <p:nvPr>
            <p:ph type="title"/>
          </p:nvPr>
        </p:nvSpPr>
        <p:spPr>
          <a:xfrm>
            <a:off x="2371680" y="630360"/>
            <a:ext cx="6331320" cy="1541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" name="PlaceHolder 2"/>
          <p:cNvSpPr>
            <a:spLocks noGrp="1"/>
          </p:cNvSpPr>
          <p:nvPr>
            <p:ph type="sldNum" idx="1"/>
          </p:nvPr>
        </p:nvSpPr>
        <p:spPr>
          <a:xfrm>
            <a:off x="8498160" y="46886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A930C832-3D8A-4A22-840A-838651B86CAF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2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5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9;p9"/>
          <p:cNvSpPr/>
          <p:nvPr/>
        </p:nvSpPr>
        <p:spPr>
          <a:xfrm>
            <a:off x="4572000" y="0"/>
            <a:ext cx="4571640" cy="5143320"/>
          </a:xfrm>
          <a:prstGeom prst="rect">
            <a:avLst/>
          </a:prstGeom>
          <a:solidFill>
            <a:schemeClr val="dk1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tIns="91440" bIns="91440" anchor="ctr">
            <a:noAutofit/>
          </a:bodyPr>
          <a:p>
            <a:pPr>
              <a:lnSpc>
                <a:spcPct val="100000"/>
              </a:lnSpc>
              <a:tabLst>
                <a:tab algn="l" pos="0"/>
              </a:tabLst>
            </a:pP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cxnSp>
        <p:nvCxnSpPr>
          <p:cNvPr id="43" name="Google Shape;50;p9"/>
          <p:cNvCxnSpPr/>
          <p:nvPr/>
        </p:nvCxnSpPr>
        <p:spPr>
          <a:xfrm>
            <a:off x="5029560" y="4495320"/>
            <a:ext cx="4687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265680" y="1397520"/>
            <a:ext cx="4044960" cy="1317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buNone/>
            </a:pPr>
            <a:r>
              <a:rPr b="0" lang="en-US" sz="36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sldNum" idx="2"/>
          </p:nvPr>
        </p:nvSpPr>
        <p:spPr>
          <a:xfrm>
            <a:off x="8498160" y="46886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2B30F3DC-FCD5-4030-A7AF-D8133A3FD7EF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83" name="Google Shape;29;p5"/>
          <p:cNvCxnSpPr/>
          <p:nvPr/>
        </p:nvCxnSpPr>
        <p:spPr>
          <a:xfrm>
            <a:off x="2477520" y="415440"/>
            <a:ext cx="6244560" cy="36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84" name="Google Shape;30;p5"/>
          <p:cNvCxnSpPr/>
          <p:nvPr/>
        </p:nvCxnSpPr>
        <p:spPr>
          <a:xfrm>
            <a:off x="2477520" y="4739760"/>
            <a:ext cx="624456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85" name="Google Shape;31;p5"/>
          <p:cNvCxnSpPr/>
          <p:nvPr/>
        </p:nvCxnSpPr>
        <p:spPr>
          <a:xfrm>
            <a:off x="425160" y="415440"/>
            <a:ext cx="18360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86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7" name="PlaceHolder 2"/>
          <p:cNvSpPr>
            <a:spLocks noGrp="1"/>
          </p:cNvSpPr>
          <p:nvPr>
            <p:ph type="body"/>
          </p:nvPr>
        </p:nvSpPr>
        <p:spPr>
          <a:xfrm>
            <a:off x="2400480" y="1602720"/>
            <a:ext cx="3071160" cy="300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8" name="PlaceHolder 3"/>
          <p:cNvSpPr>
            <a:spLocks noGrp="1"/>
          </p:cNvSpPr>
          <p:nvPr>
            <p:ph type="body"/>
          </p:nvPr>
        </p:nvSpPr>
        <p:spPr>
          <a:xfrm>
            <a:off x="5650560" y="1602720"/>
            <a:ext cx="3071160" cy="300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89" name="PlaceHolder 4"/>
          <p:cNvSpPr>
            <a:spLocks noGrp="1"/>
          </p:cNvSpPr>
          <p:nvPr>
            <p:ph type="sldNum" idx="3"/>
          </p:nvPr>
        </p:nvSpPr>
        <p:spPr>
          <a:xfrm>
            <a:off x="8498160" y="46886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856B437E-DC97-4ABB-9935-9B5B7AB197E7}" type="slidenum">
              <a:rPr b="0" lang="en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dk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26" name="Google Shape;17;p3"/>
          <p:cNvCxnSpPr/>
          <p:nvPr/>
        </p:nvCxnSpPr>
        <p:spPr>
          <a:xfrm>
            <a:off x="425160" y="415440"/>
            <a:ext cx="8296920" cy="360"/>
          </a:xfrm>
          <a:prstGeom prst="straightConnector1">
            <a:avLst/>
          </a:prstGeom>
          <a:ln w="38100">
            <a:solidFill>
              <a:srgbClr val="ffffff"/>
            </a:solidFill>
            <a:round/>
          </a:ln>
        </p:spPr>
      </p:cxnSp>
      <p:cxnSp>
        <p:nvCxnSpPr>
          <p:cNvPr id="127" name="Google Shape;18;p3"/>
          <p:cNvCxnSpPr/>
          <p:nvPr/>
        </p:nvCxnSpPr>
        <p:spPr>
          <a:xfrm>
            <a:off x="425160" y="4739760"/>
            <a:ext cx="8296920" cy="360"/>
          </a:xfrm>
          <a:prstGeom prst="straightConnector1">
            <a:avLst/>
          </a:prstGeom>
          <a:ln w="19050">
            <a:solidFill>
              <a:srgbClr val="ffffff"/>
            </a:solidFill>
            <a:round/>
          </a:ln>
        </p:spPr>
      </p:cxnSp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406440" y="1806840"/>
            <a:ext cx="8296560" cy="1541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buNone/>
            </a:pPr>
            <a:r>
              <a:rPr b="0" lang="en-US" sz="48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sldNum" idx="4"/>
          </p:nvPr>
        </p:nvSpPr>
        <p:spPr>
          <a:xfrm>
            <a:off x="8498160" y="46886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lt1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0E536544-13F7-4943-94B6-D8EE08A95A69}" type="slidenum">
              <a:rPr b="0" lang="en" sz="1000" spc="-1" strike="noStrike">
                <a:solidFill>
                  <a:schemeClr val="lt1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457200" y="1203480"/>
            <a:ext cx="8229240" cy="2982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4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4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20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20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Masters/slideMaster5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chemeClr val="lt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7" name="Google Shape;22;p4"/>
          <p:cNvCxnSpPr/>
          <p:nvPr/>
        </p:nvCxnSpPr>
        <p:spPr>
          <a:xfrm>
            <a:off x="2477520" y="415440"/>
            <a:ext cx="6244560" cy="360"/>
          </a:xfrm>
          <a:prstGeom prst="straightConnector1">
            <a:avLst/>
          </a:prstGeom>
          <a:ln w="38100">
            <a:solidFill>
              <a:srgbClr val="000000"/>
            </a:solidFill>
            <a:round/>
          </a:ln>
        </p:spPr>
      </p:cxnSp>
      <p:cxnSp>
        <p:nvCxnSpPr>
          <p:cNvPr id="168" name="Google Shape;23;p4"/>
          <p:cNvCxnSpPr/>
          <p:nvPr/>
        </p:nvCxnSpPr>
        <p:spPr>
          <a:xfrm>
            <a:off x="2477520" y="4739760"/>
            <a:ext cx="624456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cxnSp>
        <p:nvCxnSpPr>
          <p:cNvPr id="169" name="Google Shape;24;p4"/>
          <p:cNvCxnSpPr/>
          <p:nvPr/>
        </p:nvCxnSpPr>
        <p:spPr>
          <a:xfrm>
            <a:off x="425160" y="415440"/>
            <a:ext cx="183600" cy="360"/>
          </a:xfrm>
          <a:prstGeom prst="straightConnector1">
            <a:avLst/>
          </a:prstGeom>
          <a:ln w="19050">
            <a:solidFill>
              <a:srgbClr val="000000"/>
            </a:solidFill>
            <a:round/>
          </a:ln>
        </p:spPr>
      </p:cxnSp>
      <p:sp>
        <p:nvSpPr>
          <p:cNvPr id="170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buNone/>
            </a:pPr>
            <a:r>
              <a:rPr b="0" lang="en-US" sz="3000" spc="-1" strike="noStrike">
                <a:solidFill>
                  <a:srgbClr val="000000"/>
                </a:solidFill>
                <a:latin typeface="Arial"/>
              </a:rPr>
              <a:t>Click to edit the title text format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1" name="PlaceHolder 2"/>
          <p:cNvSpPr>
            <a:spLocks noGrp="1"/>
          </p:cNvSpPr>
          <p:nvPr>
            <p:ph type="body"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Click to edit the outline text format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Second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Third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Fourth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Fifth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Sixth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US" sz="1800" spc="-1" strike="noStrike">
                <a:solidFill>
                  <a:srgbClr val="000000"/>
                </a:solidFill>
                <a:latin typeface="Arial"/>
              </a:rPr>
              <a:t>Seventh Outline Level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172" name="PlaceHolder 3"/>
          <p:cNvSpPr>
            <a:spLocks noGrp="1"/>
          </p:cNvSpPr>
          <p:nvPr>
            <p:ph type="sldNum" idx="5"/>
          </p:nvPr>
        </p:nvSpPr>
        <p:spPr>
          <a:xfrm>
            <a:off x="8498160" y="4688640"/>
            <a:ext cx="548280" cy="3931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lstStyle>
            <a:lvl1pPr indent="0" algn="r">
              <a:lnSpc>
                <a:spcPct val="100000"/>
              </a:lnSpc>
              <a:buNone/>
              <a:tabLst>
                <a:tab algn="l" pos="0"/>
              </a:tabLst>
              <a:defRPr b="0" lang="en" sz="1000" spc="-1" strike="noStrike">
                <a:solidFill>
                  <a:schemeClr val="dk2"/>
                </a:solidFill>
                <a:latin typeface="Lato"/>
                <a:ea typeface="Lato"/>
              </a:defRPr>
            </a:lvl1pPr>
          </a:lstStyle>
          <a:p>
            <a:pPr indent="0" algn="r">
              <a:lnSpc>
                <a:spcPct val="100000"/>
              </a:lnSpc>
              <a:buNone/>
              <a:tabLst>
                <a:tab algn="l" pos="0"/>
              </a:tabLst>
            </a:pPr>
            <a:fld id="{6BF5F3B6-13D9-4574-89D1-C6C5FE86E80E}" type="slidenum">
              <a:rPr b="0" lang="en" sz="1000" spc="-1" strike="noStrike">
                <a:solidFill>
                  <a:schemeClr val="dk2"/>
                </a:solidFill>
                <a:latin typeface="Lato"/>
                <a:ea typeface="Lato"/>
              </a:rPr>
              <a:t>&lt;number&gt;</a:t>
            </a:fld>
            <a:endParaRPr b="0" lang="en-US" sz="1000" spc="-1" strike="noStrike">
              <a:solidFill>
                <a:srgbClr val="000000"/>
              </a:solidFill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701" r:id="rId2"/>
    <p:sldLayoutId id="2147483702" r:id="rId3"/>
    <p:sldLayoutId id="2147483703" r:id="rId4"/>
    <p:sldLayoutId id="2147483704" r:id="rId5"/>
    <p:sldLayoutId id="2147483705" r:id="rId6"/>
    <p:sldLayoutId id="2147483706" r:id="rId7"/>
    <p:sldLayoutId id="2147483707" r:id="rId8"/>
    <p:sldLayoutId id="2147483708" r:id="rId9"/>
    <p:sldLayoutId id="2147483709" r:id="rId10"/>
    <p:sldLayoutId id="2147483710" r:id="rId11"/>
    <p:sldLayoutId id="2147483711" r:id="rId12"/>
    <p:sldLayoutId id="2147483712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28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5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_rels/slide6.xml.rels><?xml version="1.0" encoding="UTF-8"?>
<Relationships xmlns="http://schemas.openxmlformats.org/package/2006/relationships"><Relationship Id="rId1" Type="http://schemas.openxmlformats.org/officeDocument/2006/relationships/slideLayout" Target="../slideLayouts/slideLayout51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PlaceHolder 1"/>
          <p:cNvSpPr>
            <a:spLocks noGrp="1"/>
          </p:cNvSpPr>
          <p:nvPr>
            <p:ph type="title"/>
          </p:nvPr>
        </p:nvSpPr>
        <p:spPr>
          <a:xfrm>
            <a:off x="2371680" y="630360"/>
            <a:ext cx="6331320" cy="1541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800" spc="-1" strike="noStrike">
                <a:solidFill>
                  <a:schemeClr val="lt1"/>
                </a:solidFill>
                <a:latin typeface="Raleway"/>
                <a:ea typeface="Raleway"/>
              </a:rPr>
              <a:t>{{TOPIC}}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0" name="PlaceHolder 2"/>
          <p:cNvSpPr>
            <a:spLocks noGrp="1"/>
          </p:cNvSpPr>
          <p:nvPr>
            <p:ph type="subTitle"/>
          </p:nvPr>
        </p:nvSpPr>
        <p:spPr>
          <a:xfrm>
            <a:off x="2390400" y="3238560"/>
            <a:ext cx="6331320" cy="12412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b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" sz="1800" spc="-1" strike="noStrike">
                <a:solidFill>
                  <a:schemeClr val="lt1"/>
                </a:solidFill>
                <a:latin typeface="Lato"/>
                <a:ea typeface="Lato"/>
              </a:rPr>
              <a:t>{{PRESENTOR_NAME}}</a:t>
            </a:r>
            <a:endParaRPr b="0" lang="en-US" sz="1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PlaceHolder 1"/>
          <p:cNvSpPr>
            <a:spLocks noGrp="1"/>
          </p:cNvSpPr>
          <p:nvPr>
            <p:ph type="title"/>
          </p:nvPr>
        </p:nvSpPr>
        <p:spPr>
          <a:xfrm>
            <a:off x="265680" y="1912680"/>
            <a:ext cx="4044960" cy="131796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600" spc="-1" strike="noStrike">
                <a:solidFill>
                  <a:schemeClr val="dk1"/>
                </a:solidFill>
                <a:latin typeface="Raleway"/>
                <a:ea typeface="Raleway"/>
              </a:rPr>
              <a:t>{{SECTION}}</a:t>
            </a:r>
            <a:endParaRPr b="0" lang="en-US" sz="3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2" name="PlaceHolder 2"/>
          <p:cNvSpPr>
            <a:spLocks noGrp="1"/>
          </p:cNvSpPr>
          <p:nvPr>
            <p:ph/>
          </p:nvPr>
        </p:nvSpPr>
        <p:spPr>
          <a:xfrm>
            <a:off x="4939560" y="724320"/>
            <a:ext cx="3836520" cy="369468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500" spc="-1" strike="noStrike">
                <a:solidFill>
                  <a:schemeClr val="lt1"/>
                </a:solidFill>
                <a:latin typeface="Lato"/>
                <a:ea typeface="Lato"/>
              </a:rPr>
              <a:t>{{SECTION_CONTENT}}</a:t>
            </a:r>
            <a:endParaRPr b="0" lang="en-US" sz="1500" spc="-1" strike="noStrike">
              <a:solidFill>
                <a:srgbClr val="000000"/>
              </a:solidFill>
              <a:latin typeface="Arial"/>
              <a:ea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2"/>
                </a:solidFill>
                <a:latin typeface="Raleway"/>
                <a:ea typeface="Raleway"/>
              </a:rPr>
              <a:t>{{SECTION}}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4" name="PlaceHolder 2"/>
          <p:cNvSpPr>
            <a:spLocks noGrp="1"/>
          </p:cNvSpPr>
          <p:nvPr>
            <p:ph/>
          </p:nvPr>
        </p:nvSpPr>
        <p:spPr>
          <a:xfrm>
            <a:off x="2400480" y="1602720"/>
            <a:ext cx="3071160" cy="300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Lato"/>
                <a:ea typeface="Lato"/>
              </a:rPr>
              <a:t>{{SUBSECTION_ONE}}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2"/>
                </a:solidFill>
                <a:latin typeface="Lato"/>
                <a:ea typeface="Lato"/>
              </a:rPr>
              <a:t>{{SUBSECTION_ONE_CONTENT}}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5" name="PlaceHolder 3"/>
          <p:cNvSpPr>
            <a:spLocks noGrp="1"/>
          </p:cNvSpPr>
          <p:nvPr>
            <p:ph/>
          </p:nvPr>
        </p:nvSpPr>
        <p:spPr>
          <a:xfrm>
            <a:off x="5650560" y="1602720"/>
            <a:ext cx="3071160" cy="300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" sz="2100" spc="-1" strike="noStrike">
                <a:solidFill>
                  <a:schemeClr val="dk1"/>
                </a:solidFill>
                <a:latin typeface="Lato"/>
                <a:ea typeface="Lato"/>
              </a:rPr>
              <a:t>{{SUBSECTION_TWO}}</a:t>
            </a:r>
            <a:endParaRPr b="0" lang="en-US" sz="2100" spc="-1" strike="noStrike">
              <a:solidFill>
                <a:srgbClr val="000000"/>
              </a:solidFill>
              <a:latin typeface="Arial"/>
            </a:endParaRPr>
          </a:p>
          <a:p>
            <a:pPr indent="0">
              <a:lnSpc>
                <a:spcPct val="115000"/>
              </a:lnSpc>
              <a:spcBef>
                <a:spcPts val="1599"/>
              </a:spcBef>
              <a:spcAft>
                <a:spcPts val="11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2"/>
                </a:solidFill>
                <a:latin typeface="Lato"/>
                <a:ea typeface="Lato"/>
              </a:rPr>
              <a:t>{{SUBSECTION_TWO_CONTENT}}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6" name="PlaceHolder 1"/>
          <p:cNvSpPr>
            <a:spLocks noGrp="1"/>
          </p:cNvSpPr>
          <p:nvPr>
            <p:ph type="title"/>
          </p:nvPr>
        </p:nvSpPr>
        <p:spPr>
          <a:xfrm>
            <a:off x="406440" y="1806840"/>
            <a:ext cx="8296560" cy="1541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800" spc="-1" strike="noStrike">
                <a:solidFill>
                  <a:schemeClr val="lt1"/>
                </a:solidFill>
                <a:latin typeface="Raleway"/>
                <a:ea typeface="Raleway"/>
              </a:rPr>
              <a:t>{{UPCOMING_SECTION_NAME}}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7" name="PlaceHolder 1"/>
          <p:cNvSpPr>
            <a:spLocks noGrp="1"/>
          </p:cNvSpPr>
          <p:nvPr>
            <p:ph type="title"/>
          </p:nvPr>
        </p:nvSpPr>
        <p:spPr>
          <a:xfrm>
            <a:off x="406440" y="1806840"/>
            <a:ext cx="8296560" cy="154152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ctr">
            <a:noAutofit/>
          </a:bodyPr>
          <a:p>
            <a:pPr indent="0"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4800" spc="-1" strike="noStrike">
                <a:solidFill>
                  <a:schemeClr val="lt1"/>
                </a:solidFill>
                <a:latin typeface="Raleway"/>
                <a:ea typeface="Raleway"/>
              </a:rPr>
              <a:t>Thank You!</a:t>
            </a:r>
            <a:endParaRPr b="0" lang="en-US" sz="48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PlaceHolder 1"/>
          <p:cNvSpPr>
            <a:spLocks noGrp="1"/>
          </p:cNvSpPr>
          <p:nvPr>
            <p:ph type="title"/>
          </p:nvPr>
        </p:nvSpPr>
        <p:spPr>
          <a:xfrm>
            <a:off x="2400120" y="576000"/>
            <a:ext cx="6321240" cy="635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" sz="3000" spc="-1" strike="noStrike">
                <a:solidFill>
                  <a:schemeClr val="dk2"/>
                </a:solidFill>
                <a:latin typeface="Raleway"/>
                <a:ea typeface="Raleway"/>
              </a:rPr>
              <a:t>{{SECTION}}</a:t>
            </a:r>
            <a:endParaRPr b="0" lang="en-US" sz="3000" spc="-1" strike="noStrike">
              <a:solidFill>
                <a:srgbClr val="000000"/>
              </a:solidFill>
              <a:latin typeface="Arial"/>
            </a:endParaRPr>
          </a:p>
        </p:txBody>
      </p:sp>
      <p:sp>
        <p:nvSpPr>
          <p:cNvPr id="219" name="PlaceHolder 2"/>
          <p:cNvSpPr>
            <a:spLocks noGrp="1"/>
          </p:cNvSpPr>
          <p:nvPr>
            <p:ph/>
          </p:nvPr>
        </p:nvSpPr>
        <p:spPr>
          <a:xfrm>
            <a:off x="2410200" y="1595880"/>
            <a:ext cx="6321240" cy="3002040"/>
          </a:xfrm>
          <a:prstGeom prst="rect">
            <a:avLst/>
          </a:prstGeom>
          <a:noFill/>
          <a:ln w="0">
            <a:noFill/>
          </a:ln>
        </p:spPr>
        <p:txBody>
          <a:bodyPr tIns="91440" bIns="91440" anchor="t">
            <a:noAutofit/>
          </a:bodyPr>
          <a:p>
            <a:pPr indent="0">
              <a:lnSpc>
                <a:spcPct val="115000"/>
              </a:lnSpc>
              <a:spcAft>
                <a:spcPts val="1599"/>
              </a:spcAft>
              <a:buNone/>
              <a:tabLst>
                <a:tab algn="l" pos="0"/>
              </a:tabLst>
            </a:pPr>
            <a:r>
              <a:rPr b="0" lang="en" sz="1600" spc="-1" strike="noStrike">
                <a:solidFill>
                  <a:schemeClr val="dk2"/>
                </a:solidFill>
                <a:latin typeface="Lato"/>
                <a:ea typeface="Lato"/>
              </a:rPr>
              <a:t>{{SECTION_CONTENT}}</a:t>
            </a:r>
            <a:endParaRPr b="0" lang="en-US" sz="1600" spc="-1" strike="noStrike">
              <a:solidFill>
                <a:srgbClr val="000000"/>
              </a:solidFill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5.xml><?xml version="1.0" encoding="utf-8"?>
<a:theme xmlns:a="http://schemas.openxmlformats.org/drawingml/2006/main" name="Swiss">
  <a:themeElements>
    <a:clrScheme name="Swiss">
      <a:dk1>
        <a:srgbClr val="f46524"/>
      </a:dk1>
      <a:lt1>
        <a:srgbClr val="ffffff"/>
      </a:lt1>
      <a:dk2>
        <a:srgbClr val="000000"/>
      </a:dk2>
      <a:lt2>
        <a:srgbClr val="757575"/>
      </a:lt2>
      <a:accent1>
        <a:srgbClr val="01579b"/>
      </a:accent1>
      <a:accent2>
        <a:srgbClr val="27c7bd"/>
      </a:accent2>
      <a:accent3>
        <a:srgbClr val="0099e8"/>
      </a:accent3>
      <a:accent4>
        <a:srgbClr val="51b9a3"/>
      </a:accent4>
      <a:accent5>
        <a:srgbClr val="fb8c00"/>
      </a:accent5>
      <a:accent6>
        <a:srgbClr val="ffae88"/>
      </a:accent6>
      <a:hlink>
        <a:srgbClr val="0277bd"/>
      </a:hlink>
      <a:folHlink>
        <a:srgbClr val="0277bd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6350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12700" cap="flat" cmpd="sng" algn="ctr">
          <a:solidFill>
            <a:schemeClr val="phClr"/>
          </a:solidFill>
          <a:prstDash val="solid"/>
          <a:miter/>
        </a:ln>
        <a:ln w="1905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</TotalTime>
  <Application>LibreOffice/7.5.5.2$Linux_X86_64 LibreOffice_project/50$Build-2</Application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/>
  <dc:description/>
  <dc:language>en-US</dc:language>
  <cp:lastModifiedBy/>
  <dcterms:modified xsi:type="dcterms:W3CDTF">2023-10-15T16:42:00Z</dcterms:modified>
  <cp:revision>1</cp:revision>
  <dc:subject/>
  <dc:title/>
</cp:coreProperties>
</file>