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_rels/slideLayout3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6.xml.rels" ContentType="application/vnd.openxmlformats-package.relationships+xml"/>
  <Override PartName="/ppt/slideLayouts/slideLayout2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DE93552-BA7D-4ED1-BAE3-2904CC9E4C50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6E3E14D-607D-4DBF-A0DE-71F76430291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9280222-5013-4C09-9392-84FAFBD012B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90CB070-DC11-46D6-896E-4084E3356476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174F645-6408-4ADC-ABF5-E6C16E312D7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60800" y="2065320"/>
            <a:ext cx="8221680" cy="469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1687ED6-1604-41F2-90E8-C668C07C053A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9AF2D0E-13D0-459D-BB07-EA73C821E85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5ED4CCE-745D-494D-936A-6DC816183962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5D87929-58A2-40BB-B22B-D4B71B7C0B86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5789345-1E53-45F8-926B-D20226524F5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9CC56D5-B305-46D7-B84D-3704E6E0E3A1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8551C98-A369-4625-8241-5DDFD63DEAC9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E11FED-7020-4B06-A0EB-739747AEB05C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53C51B-3836-4F67-B42F-8A27121D40D4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6968B1-A84E-46F5-97AA-CD4724C1C754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D37042-DCA5-4D71-BC66-00E9B5A03F15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6FF0F7-575C-4212-922D-504ECCF7F572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60800" y="2065320"/>
            <a:ext cx="8221680" cy="469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672B26-8937-4AB8-AE4A-A5BAC0A62316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EE6927-B61F-4B30-B55C-CBC9BF278D0B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70F30D-E3AB-4A00-890F-635D30EB21ED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2C05F2-4BE5-4CDB-840A-6BFE1932340B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961850-7F73-449B-B364-8F959D684F11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BD58A-9163-41DD-A1B2-225699962282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569ECA-3849-4E03-A89A-341B2E5AB19E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2228D8-553D-414B-97E6-356515F19FF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2D84C3-CDB5-4CB5-BA6A-E5F413D77099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C97E23-144C-40AA-979C-5F32F0538061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86C4F2-5F17-4467-B338-AA4C599CE632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9130A6-FDD4-4C26-8669-D6AF75B21BE7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60800" y="2065320"/>
            <a:ext cx="8221680" cy="469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C1BBDE-E56B-4DD1-A99C-61E4B5275196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D02224-B3C0-45B3-AC3F-B9F90B581A16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7B0DA6-827C-436E-A650-D95EC2DE14DF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8BB5A-AE6D-4A94-8405-2F2E55105E03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1DB209-89CD-4121-AE7F-C2E6D05019DE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ADA0E1-7F89-49FE-87F3-806D84BA86D9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40F90B-BBCF-491B-BC72-2CDFFA27ACF5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FC641D5-5949-4999-8FC6-197B969944D9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9C9B650-DA6D-40E0-AB9B-F996802DD756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783C42C-08EB-4476-BB4D-121E34C11442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C073A39-EEE2-4726-B6C4-81B716B37F82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326DB7D-49F4-4EB3-B066-0728112E7DE0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ubTitle"/>
          </p:nvPr>
        </p:nvSpPr>
        <p:spPr>
          <a:xfrm>
            <a:off x="460800" y="2065320"/>
            <a:ext cx="8221680" cy="469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FB1DA32-0827-4704-B11E-B4EBA3E53B63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3495CE7-9E99-4E26-AA4E-5F3BDD6A32F9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7AC1378-55FE-4091-8A68-00053B26E5E3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B0DF19E-BB91-4F37-BDCC-CF34AA54DDA1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06E42F1-2145-4BC9-95ED-9C78C36E5F4C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70F0649-9A9B-4328-8B67-D4C78C141D07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205DC9B-D9A6-439E-82F1-D8C14DD7328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 flipH="1">
            <a:off x="8246520" y="4245840"/>
            <a:ext cx="897120" cy="897120"/>
          </a:xfrm>
          <a:prstGeom prst="rtTriangle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11;p2"/>
          <p:cNvSpPr/>
          <p:nvPr/>
        </p:nvSpPr>
        <p:spPr>
          <a:xfrm flipH="1">
            <a:off x="8246520" y="4245840"/>
            <a:ext cx="897120" cy="897120"/>
          </a:xfrm>
          <a:prstGeom prst="round1Rect">
            <a:avLst>
              <a:gd name="adj" fmla="val 16667"/>
            </a:avLst>
          </a:prstGeom>
          <a:solidFill>
            <a:schemeClr val="lt1">
              <a:alpha val="68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90600" y="1819440"/>
            <a:ext cx="8221680" cy="93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523720" y="46954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2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64F751-1892-4D58-9419-46F32B5A23E3}" type="slidenum">
              <a:rPr b="0" lang="en" sz="1000" spc="-1" strike="noStrike">
                <a:solidFill>
                  <a:schemeClr val="lt2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9;p4"/>
          <p:cNvSpPr/>
          <p:nvPr/>
        </p:nvSpPr>
        <p:spPr>
          <a:xfrm flipH="1" rot="10800000">
            <a:off x="-360" y="1686600"/>
            <a:ext cx="9143640" cy="34570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20;p4"/>
          <p:cNvSpPr/>
          <p:nvPr/>
        </p:nvSpPr>
        <p:spPr>
          <a:xfrm>
            <a:off x="0" y="1685880"/>
            <a:ext cx="9143640" cy="108360"/>
          </a:xfrm>
          <a:prstGeom prst="rect">
            <a:avLst/>
          </a:prstGeom>
          <a:gradFill rotWithShape="0">
            <a:gsLst>
              <a:gs pos="0">
                <a:srgbClr val="f9f9f9"/>
              </a:gs>
              <a:gs pos="100000">
                <a:srgbClr val="dedede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4360" bIns="54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71960" y="738720"/>
            <a:ext cx="8221680" cy="767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71960" y="1919160"/>
            <a:ext cx="8221680" cy="2709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"/>
          </p:nvPr>
        </p:nvSpPr>
        <p:spPr>
          <a:xfrm>
            <a:off x="8523720" y="46954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2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AD60F0-D9C3-46AA-AD60-D8E04384BD7F}" type="slidenum">
              <a:rPr b="0" lang="en" sz="1000" spc="-1" strike="noStrike">
                <a:solidFill>
                  <a:schemeClr val="lt2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46;p9"/>
          <p:cNvSpPr/>
          <p:nvPr/>
        </p:nvSpPr>
        <p:spPr>
          <a:xfrm flipH="1">
            <a:off x="-720" y="0"/>
            <a:ext cx="4571640" cy="51433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47;p9"/>
          <p:cNvSpPr/>
          <p:nvPr/>
        </p:nvSpPr>
        <p:spPr>
          <a:xfrm rot="5400000">
            <a:off x="1946160" y="2517840"/>
            <a:ext cx="5142600" cy="108360"/>
          </a:xfrm>
          <a:prstGeom prst="rect">
            <a:avLst/>
          </a:prstGeom>
          <a:gradFill rotWithShape="0">
            <a:gsLst>
              <a:gs pos="0">
                <a:srgbClr val="f9f9f9"/>
              </a:gs>
              <a:gs pos="100000">
                <a:srgbClr val="dedede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4360" bIns="54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3"/>
          </p:nvPr>
        </p:nvSpPr>
        <p:spPr>
          <a:xfrm>
            <a:off x="8523720" y="46954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9FC35D-EA05-423D-BF81-5BA8A9C6B91F}" type="slidenum">
              <a:rPr b="0" lang="en" sz="1000" spc="-1" strike="noStrike">
                <a:solidFill>
                  <a:schemeClr val="lt1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4"/>
          </p:nvPr>
        </p:nvSpPr>
        <p:spPr>
          <a:xfrm>
            <a:off x="8523720" y="46954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54C6BB-8646-4E2C-87F9-5DAA2E0268CA}" type="slidenum">
              <a:rPr b="0" lang="en" sz="1000" spc="-1" strike="noStrike">
                <a:solidFill>
                  <a:schemeClr val="lt1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90600" y="1819440"/>
            <a:ext cx="8221680" cy="93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pc="-1" strike="noStrike">
                <a:solidFill>
                  <a:schemeClr val="lt1"/>
                </a:solidFill>
                <a:latin typeface="Roboto"/>
                <a:ea typeface="Roboto"/>
              </a:rPr>
              <a:t>{{SLIDE_TOPIC}}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subTitle"/>
          </p:nvPr>
        </p:nvSpPr>
        <p:spPr>
          <a:xfrm>
            <a:off x="390600" y="2789280"/>
            <a:ext cx="8221680" cy="432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chemeClr val="lt1"/>
                </a:solidFill>
                <a:latin typeface="Roboto"/>
                <a:ea typeface="Roboto"/>
              </a:rPr>
              <a:t>{{PRESENTOR_NAME}}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71960" y="738720"/>
            <a:ext cx="8221680" cy="767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chemeClr val="lt1"/>
                </a:solidFill>
                <a:latin typeface="Roboto"/>
                <a:ea typeface="Roboto"/>
              </a:rPr>
              <a:t>{{SUBTOPIC}}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471960" y="1919160"/>
            <a:ext cx="8221680" cy="2709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" sz="1800" spc="-1" strike="noStrike">
                <a:solidFill>
                  <a:schemeClr val="lt2"/>
                </a:solidFill>
                <a:latin typeface="Roboto"/>
                <a:ea typeface="Roboto"/>
              </a:rPr>
              <a:t>{{CONTENT}}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265680" y="1718280"/>
            <a:ext cx="4044960" cy="1706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chemeClr val="dk2"/>
                </a:solidFill>
                <a:latin typeface="Roboto"/>
                <a:ea typeface="Roboto"/>
              </a:rPr>
              <a:t>{{SUBTOPIC}}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4939560" y="72432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" sz="1800" spc="-1" strike="noStrike">
                <a:solidFill>
                  <a:schemeClr val="lt1"/>
                </a:solidFill>
                <a:latin typeface="Roboto"/>
                <a:ea typeface="Roboto"/>
              </a:rPr>
              <a:t>{{CONTENT}}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60800" y="2065320"/>
            <a:ext cx="8221680" cy="1012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chemeClr val="lt1"/>
                </a:solidFill>
                <a:latin typeface="Roboto"/>
                <a:ea typeface="Roboto"/>
              </a:rPr>
              <a:t>Thank You!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LibreOffice/7.5.5.2$Linux_X86_64 LibreOffice_project/50$Build-2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2023-10-15T18:03:37Z</dcterms:modified>
  <cp:revision>1</cp:revision>
  <dc:subject/>
  <dc:title/>
</cp:coreProperties>
</file>