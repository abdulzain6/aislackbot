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7.xml.rels" ContentType="application/vnd.openxmlformats-package.relationships+xml"/>
  <Override PartName="/ppt/slideLayouts/slideLayout25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A95E28F-A5E0-427F-A8F5-8E0B8F6683C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5A6237-B188-4A80-AD5A-CB3BE377CDB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0420824-30A0-4F42-82B4-688763497CB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66C303-77B5-4041-BF2D-E9B468D3B8E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2997CA-1D7C-44A2-9353-EC5AD319DC7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3E6BBB-D7CD-45F2-9CCD-DC7F6C63923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4BC9B20-6B39-4971-9E26-2BEFDD7E740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4476C6C-0AC4-4D29-A840-8A11D4C90BD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DF944D-1483-4FE9-80BC-617D8C9A355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D96E4FA-3733-4BE7-AF0A-09F60F90956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C11C43-8212-41D5-9A4F-9D4AF5BD165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78584FD-8702-4646-AE7F-212F2D4C9AC0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1CBFB2-FA18-4025-8682-04EED942719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FD2F8D-D175-4F81-B47F-21F455AAB51E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B5E8AF-FAB8-49EA-BB1F-0E8E7AACBE6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D256FC-77A6-4604-87A4-92337231C716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B49155-5305-4DED-AE54-E54A69C497B7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F0F98B-07C0-469F-8ADC-A55B2A63AEF9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0AF045-A237-4EF0-B545-E10AC307C4C7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D520A9-B317-41F3-B0F4-334ED9F9F81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1B2067-A252-4379-BD5B-02F2AAA0C8C4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2C7186-2821-4A99-8C68-C9075C34684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61C679-EC7D-40F3-99DE-FBCEF861BD13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5F0AF1-FCB8-4AAA-B9E5-F1E55D02281C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7A058-5DA3-4585-AD82-591B22A65AB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139C58-94B2-42B9-9388-2B394B1326DE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4FEC3B-F75B-438E-A894-3231D40AB5E8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FD102A-B411-4506-A2EA-F803432ED81D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BF018-37A6-4DC3-AAEE-B040EBED3227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982C6-124C-42D2-887F-263A044E73BA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F2E924-E079-4944-8B1E-7C056BBC3E7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46C51-5944-4080-837C-21E9904CE270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46B10-FF00-4E35-9997-A46ED48BE53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DBBEB7-DABE-4942-BFA3-3FB7981630E9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86FBB0-095D-43DD-B3E0-67A6D55AE41A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E14BF1-10BA-473C-9C1D-1E755D0A440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18654C1-0B25-4F6C-9D12-6E56AF6A9AE0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1B16607-4727-4FD9-A83A-61228C024711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4EB227D-3B05-468E-AE77-A4A0E6AC979C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A47738-6001-43A8-9F94-9BE22EA6088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14D38B7-78EB-4E7F-BA80-FBAF2B829DDC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C49B08E-1E9E-4AB8-9C22-7D7936C78A1A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DE41DA9-3E07-4A5A-9425-EB3A01A314E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EACC0F7-53C0-42E8-8BA5-5ADCB0233345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D592787-6536-4134-AD84-BA36C8135C1E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3572A31-DCAA-461D-81C0-A179E583B00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D4E35C-C980-4651-A9BE-4CF2CD5D3CD7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89E7D55-E4EB-4A95-B882-0F248F24A92F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CEFFA0-A3B3-4130-B345-A2B665F9B5A4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2B6F9C-C00E-4418-A114-27338782C3E7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D0B65E-6B6B-4306-B3DC-ED24C577CAD3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CC87A5-78CF-4106-837C-10C65FB18768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475A17-01C7-4153-AA32-BE38DCF99B24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2D7CFD-7A3F-4CEC-A924-CB4937F8780C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817600-E347-4BB5-8C9C-ED2590A5635C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79A7E7-31EE-4467-B876-CE93D1502B10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6EC919-185A-446A-A2C5-A67338B63706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73CA090-975C-490B-89B1-7D463705C9F0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A1A76A-ED78-4FAF-9E07-5AE5FC7C1FFC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52B7A8-9278-4925-A9BD-523438542B93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BB842-D698-4186-BA1F-1A69F07BE071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259E4-F3C4-44B0-A629-30A921FFDD08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408684-64A9-453B-A9A8-EB4EFBFA0954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0C7EEF-91D2-428B-B67F-B4E90401D7B5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35962A-9005-44C5-8BBE-C474F82D9179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81846C-3507-40BD-BB36-7661A8F68674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0690D3-F7C3-4B0B-A34D-0476DEC383C1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B98F5-E55D-4E9E-AF36-C519A85D01A6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F370A6-FC6F-4E56-9E7E-6100C611550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F97BA4-9E95-4F9F-A2D7-B7F4CBC661C2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8D0193-5802-400F-B7D3-277F97853AA8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2FC94D-E812-4D53-B348-138AD8A5009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2200" cy="1710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cxnSp>
        <p:nvCxnSpPr>
          <p:cNvPr id="1" name="Google Shape;11;p2"/>
          <p:cNvCxnSpPr/>
          <p:nvPr/>
        </p:nvCxnSpPr>
        <p:spPr>
          <a:xfrm>
            <a:off x="641880" y="3597480"/>
            <a:ext cx="392040" cy="1800"/>
          </a:xfrm>
          <a:prstGeom prst="straightConnector1">
            <a:avLst/>
          </a:prstGeom>
          <a:ln w="28575">
            <a:solidFill>
              <a:srgbClr val="fffbf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236F7-410A-4111-86B1-F75F41613FEB}" type="slidenum">
              <a: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4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86AB98-BEE7-40E9-AC98-95A396A5B52C}" type="slidenum">
              <a: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16;p3"/>
          <p:cNvCxnSpPr/>
          <p:nvPr/>
        </p:nvCxnSpPr>
        <p:spPr>
          <a:xfrm>
            <a:off x="641880" y="3597480"/>
            <a:ext cx="392040" cy="1800"/>
          </a:xfrm>
          <a:prstGeom prst="straightConnector1">
            <a:avLst/>
          </a:prstGeom>
          <a:ln w="28575">
            <a:solidFill>
              <a:srgbClr val="26a69a"/>
            </a:solidFill>
            <a:round/>
          </a:ln>
        </p:spPr>
      </p:cxnSp>
      <p:sp>
        <p:nvSpPr>
          <p:cNvPr id="81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9A326F-76D6-409E-9A7D-A75412BDB481}" type="slidenum">
              <a:rPr b="0" lang="en" sz="10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FD4360-7439-4C80-BF5B-67B09FFB3D00}" type="slidenum">
              <a: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6E327D-89A3-461E-9467-10957D49F54D}" type="slidenum">
              <a: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20;p4"/>
          <p:cNvSpPr/>
          <p:nvPr/>
        </p:nvSpPr>
        <p:spPr>
          <a:xfrm>
            <a:off x="0" y="5045760"/>
            <a:ext cx="9142200" cy="96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240" bIns="48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467979-446D-4491-86FA-FEE12C6A9453}" type="slidenum">
              <a:rPr b="0" lang="en" sz="1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12640" y="1893240"/>
            <a:ext cx="8116920" cy="1521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{{TITLE}}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512640" y="3840480"/>
            <a:ext cx="8116920" cy="785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accent2"/>
                </a:solidFill>
                <a:latin typeface="Old Standard TT"/>
                <a:ea typeface="Old Standard TT"/>
              </a:rPr>
              <a:t>By {{PRESENTOR_NAME}}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90320" y="526320"/>
            <a:ext cx="5602320" cy="40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4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{{SUBTITLE}}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12640" y="1893240"/>
            <a:ext cx="8116920" cy="15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{{SUBTITLE}}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28600" y="264960"/>
            <a:ext cx="4343400" cy="611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{{TITLE_SECTION}}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278280" y="1404720"/>
            <a:ext cx="3998160" cy="339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small_image_one" descr="imaghe_one.jpeg"/>
          <p:cNvPicPr/>
          <p:nvPr/>
        </p:nvPicPr>
        <p:blipFill>
          <a:blip r:embed="rId1"/>
          <a:stretch/>
        </p:blipFill>
        <p:spPr>
          <a:xfrm>
            <a:off x="4705200" y="342360"/>
            <a:ext cx="2034000" cy="1953720"/>
          </a:xfrm>
          <a:prstGeom prst="rect">
            <a:avLst/>
          </a:prstGeom>
          <a:ln w="0">
            <a:noFill/>
          </a:ln>
        </p:spPr>
      </p:pic>
      <p:pic>
        <p:nvPicPr>
          <p:cNvPr id="246" name="small_image_two" descr="image_2.jpeg"/>
          <p:cNvPicPr/>
          <p:nvPr/>
        </p:nvPicPr>
        <p:blipFill>
          <a:blip r:embed="rId2"/>
          <a:stretch/>
        </p:blipFill>
        <p:spPr>
          <a:xfrm>
            <a:off x="6796440" y="342360"/>
            <a:ext cx="2034000" cy="1945080"/>
          </a:xfrm>
          <a:prstGeom prst="rect">
            <a:avLst/>
          </a:prstGeom>
          <a:ln w="0">
            <a:noFill/>
          </a:ln>
        </p:spPr>
      </p:pic>
      <p:pic>
        <p:nvPicPr>
          <p:cNvPr id="247" name="big_image" descr="image_three.jpeg"/>
          <p:cNvPicPr/>
          <p:nvPr/>
        </p:nvPicPr>
        <p:blipFill>
          <a:blip r:embed="rId3"/>
          <a:stretch/>
        </p:blipFill>
        <p:spPr>
          <a:xfrm>
            <a:off x="4705200" y="2336040"/>
            <a:ext cx="4125240" cy="241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/>
          </p:nvPr>
        </p:nvSpPr>
        <p:spPr>
          <a:xfrm>
            <a:off x="311760" y="1171800"/>
            <a:ext cx="3998160" cy="339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{{SUBTITLE_SECTION}}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{{SUBTITLE_SECTION_CONTENT}}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832280" y="1171800"/>
            <a:ext cx="3998160" cy="339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{{SUBTITLE_SECTION2}}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{{SUBTITLE_SECTION2_CONTENT}}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611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{{TITLE_SECTION}}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image_one" descr="Looking through a cardboard paper-towel roll towards light at the end of it"/>
          <p:cNvPicPr/>
          <p:nvPr/>
        </p:nvPicPr>
        <p:blipFill>
          <a:blip r:embed="rId1"/>
          <a:srcRect l="22858" t="1578" r="19344" b="983"/>
          <a:stretch/>
        </p:blipFill>
        <p:spPr>
          <a:xfrm>
            <a:off x="0" y="0"/>
            <a:ext cx="4574520" cy="5141880"/>
          </a:xfrm>
          <a:prstGeom prst="rect">
            <a:avLst/>
          </a:prstGeom>
          <a:ln w="0">
            <a:noFill/>
          </a:ln>
        </p:spPr>
      </p:pic>
      <p:pic>
        <p:nvPicPr>
          <p:cNvPr id="252" name="image_two" descr="Overhead shot of various masculine accessories including large headphones, a bow-tie, and a wrist watch"/>
          <p:cNvPicPr/>
          <p:nvPr/>
        </p:nvPicPr>
        <p:blipFill>
          <a:blip r:embed="rId2"/>
          <a:srcRect l="37396" t="839" r="8652" b="6838"/>
          <a:stretch/>
        </p:blipFill>
        <p:spPr>
          <a:xfrm>
            <a:off x="4576320" y="0"/>
            <a:ext cx="4565880" cy="514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611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{{TITLE_SECTION}}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311760" y="1171440"/>
            <a:ext cx="8518680" cy="339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Old Standard TT"/>
                <a:ea typeface="Old Standard TT"/>
              </a:rPr>
              <a:t>{{CONTENT}}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12640" y="1893240"/>
            <a:ext cx="8116920" cy="15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chemeClr val="accent1"/>
                </a:solidFill>
                <a:latin typeface="Old Standard TT"/>
                <a:ea typeface="Old Standard TT"/>
              </a:rPr>
              <a:t>Thank You!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2023-10-15T17:59:41Z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