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Metadata/LabelInfo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slideMasters/slideMaster13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19.xml" ContentType="application/vnd.openxmlformats-officedocument.presentationml.slideLayout+xml"/>
  <Override PartName="/ppt/slideLayouts/_rels/slideLayout6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76.xml.rels" ContentType="application/vnd.openxmlformats-package.relationships+xml"/>
  <Override PartName="/ppt/slideLayouts/slideLayout11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/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401F3B4-C1CE-481A-B442-FA72483C887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F0EE05-928B-49BE-BADF-2CED2524815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1F1303-9C61-46A3-B793-7386E644F62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C3DFAB-0406-4104-AE58-A8A0FDBA1D1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8D6151-A99A-4D91-AF9F-1B7ACC9FE64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146FDD-7814-4513-A216-01DB7D821AD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A1BBB-7367-4500-B433-86447977E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6B5CE-B104-40E2-93B3-58A5861B3E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0F849-D51B-4249-A828-6D5D08004E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79069-CA52-4709-93A4-D4D6C75277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7B4FB-E622-4EC5-BC7A-615876B943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C079C5-18B0-459B-9E2A-DA5B2CC2F8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FF276-3882-400A-AFD5-8C9918EB68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334AA-8CD1-4771-B961-2232198229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D3D1B-21D6-428F-92DA-CAB0ED1DDE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DA0CAE-0F02-4BBA-A360-62DDAA07F6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6D4B08-E1F1-482C-BDC9-2132495EE9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61E9E-1A2E-4D35-8D63-73B46368F8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F43D22-DA65-48CF-B018-A14235E014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6C5C06-CADF-421D-8EDD-19BAD16FAE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A9D0DD-E454-4FD3-9497-211993CB9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FC4055-5D2E-40B2-810B-05722D4E01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98BB9B-C6AB-4D94-BF33-60066A8BC4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021BC-0585-469B-82A8-4E493E49CC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C709DF-534A-4999-A15B-3986DB303D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8AC72E-24A8-41C1-92AC-B71687CC78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B10C8F-B12E-48D0-AA13-86FB21CE7D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A1E0DA-4C8C-4900-8F20-D8294FCE1A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D7F9DA-D842-49D5-A11A-FB5C3A4760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9955D-C062-4A55-B95F-34389C696F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DCE87E7-216B-4B73-A8DD-EE25B020D2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0F18763-AFE7-460C-8965-764E697197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E4A28AB-D444-4FFF-B5ED-9D39816A33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3E60136-580B-4053-B955-E054346C37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12EB452-63EE-4C77-AE39-203A0DEE3D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C22C355-A64A-4267-B2E8-93D8E9BCA1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8020C9F-DC26-4108-BE61-4D813FAC5E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6D83F2-45AA-42F5-942F-D12720EFBF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04CE30E-DFBC-4546-B7D7-1A777FD0FC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4F15CB1-E1A0-43BD-A86C-FAF11F238F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CB6947E-DF5A-4932-9BBF-5E886FBB73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F6AD1D-01C4-4135-B5EA-65354D7478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E4189CB-EE08-42DA-8C56-ADFD16D562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2677B1-98E1-4672-AB20-B52D9B5735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04DBEEF-C228-4E75-A22D-B837FA0C54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60A6EE-C57E-4F50-98EB-9F61A7D3BF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45CD39-FBD4-4ECE-9AC5-5C3EF7647D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5E47CF3-C8F7-4590-8B1A-3E301BB066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41A2BB-8861-48A0-AF33-F844A29DE0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22DFAED-8FCF-4FCD-AAC6-236298B5DA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06C276-7AA9-4481-833C-260C6E41E1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3EE609-C68F-4BDC-9C84-6BC15ACFF1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9C38152-A5BC-4752-9049-962189F4A7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7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5C7975D-6CEB-4C78-9DB5-4EFCDA62C6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2D8B61A-24EA-418F-BF94-A669CFA748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ABB04A5-763A-4E48-8871-68A318B219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DD0EE8-E107-442E-8D37-DC5049199C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AABD9E6-9E29-4D43-816C-1728E2C533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F0CEB25-EF19-4D26-BA39-7EE8319AD5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85CBEFB-916F-400D-9260-C6402E5DAF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08D43C-3F64-45B6-923C-774E1261E0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F1A0DFF-B536-46EA-819F-FCBBEC582E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ED4B624-8C37-49EF-8C77-42A95F80FF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3687DE4-1BAD-4721-9C39-AEB8FC6BD6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48238B0-22C7-444F-BE20-2C66DFD60C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5FA9BEA-3866-44C4-A45A-8D2B79EC9A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F73D046-3C82-4F2E-96CC-518F5E330B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7678693-079A-4228-8C86-DF75F4DEC7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A3D11DF-9C68-445C-80CB-8F38FE768D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9264FDB-9800-4110-BE40-1A609114C4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C625A8F-9157-40C5-A8D1-C57FE0F83E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737A434-40C3-4DF4-A715-1C74D5DDF7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0BBB63F-F56B-4FD7-9650-6EE1CEF1D6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5D57132-45BC-47FD-8B75-DD22345A52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043A6DD-6B59-48CB-8A16-DFA6B25430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60BE3E4-C916-4549-A3E5-5C8EF9F977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0B19A0F-D466-4EC4-8629-1F907E815C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9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53D8B87-FFAD-464C-94EF-6A4E00E9C6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1F92F33-CF9C-48C4-B832-900DF5210A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F27F106-D3BB-428E-BF6D-205259B411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2066315-C486-4663-B8E0-B4D9D5A351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0C44D34-CF65-4531-936A-46EB4A296A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4F7CC1B-E501-4578-90F0-3F287AC13A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2E1C30F-01A1-4E74-AB45-B3B21A9CED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6BB8EBE-8518-4667-9335-BAEE447848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6504D58-C0B1-4C33-BAB6-46964E99F1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6A0EC11-5327-4427-867C-2B3C07FC6C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76DDF2C-4F49-43F8-9C44-EE0E1B047B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4495CA8-A485-4EE5-A3CF-B1EB09B542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456A9DB-C029-4169-9404-A6D66EBA2A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737E996-0582-4B23-A005-DE7956B205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3393500-87EA-4F08-A9F2-44D6C5F199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F3405B6-8145-49A0-B1E4-D36BDF3787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9BCD6AC-3BFE-42BD-BCA9-D30D442FC7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FEC813D-8B9E-46F8-9D03-FA9001B9FA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1C93153-3DA0-4DD6-AEE6-21701D89A9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05A1ACE-C082-4FF0-9E46-EEF2060466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18461AA-9E89-4A46-A5D2-9166C8A24E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11056DE-C898-4BFE-9FC8-B35C32D776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565D5CC-C015-4EA9-BDB7-15CAFA62BB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7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8B458C9-6EFA-48E9-8973-F9EF607CAD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8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3B14E9C-FF25-413C-AD93-FCBCE3D830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FD50704-CE78-4248-94B2-324A2C3208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85E3D38-A608-44CE-B6C2-675DEBE73C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0B39EC5-82A3-48AD-811C-F51C734829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BF1CD73-3B1B-4352-8D54-4B4976DF51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FB35AAD-20F2-40F2-8FF0-EB3B735A35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590AFC9-60B7-4851-A895-791875CB08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50D9D9C-FE93-41C2-B9B9-C2AE80B72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8243ED3-E515-4D70-8D3C-BB2CC38E73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BFFF25F-6F2D-4D68-B3D1-207927332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D95AF6A-02B6-4860-94F8-49F99EAFC9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1889AE8-5385-480D-BB6F-417495C76C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4E9F3D1-07EE-4B30-935D-999CCAEF0B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73E16E9-2886-4C6C-B055-B094704866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59393AF-835A-4E76-AA92-8072E8EECF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AE6A798-0A4F-4EF8-BD28-E5FF1B8BDE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1A1A880-48DD-4718-A0AB-2A709DA42B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D5674D7-0211-4103-8924-FC0404908F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CB7F98A-3487-49F3-A27D-418711DF7E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93994B4-019B-4BF0-A152-EF1CFEF6A7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734F43A-9E6A-4F84-A07C-1103FD4810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311CE21-E8EB-4D4F-A68A-77A30E8E8E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38F55F3-4F64-45C2-8BF7-FF34B4A772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027104A-5A18-4C33-ABF9-C916C5516F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9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82E17D-B7F7-4181-B4A6-48DF9F6E25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ubTitle"/>
          </p:nvPr>
        </p:nvSpPr>
        <p:spPr>
          <a:xfrm>
            <a:off x="1167480" y="943920"/>
            <a:ext cx="622008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3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3"/>
          <p:cNvSpPr/>
          <p:nvPr/>
        </p:nvSpPr>
        <p:spPr>
          <a:xfrm>
            <a:off x="0" y="4572000"/>
            <a:ext cx="12191760" cy="2285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enorite"/>
            </a:endParaRPr>
          </a:p>
        </p:txBody>
      </p:sp>
      <p:grpSp>
        <p:nvGrpSpPr>
          <p:cNvPr id="1" name="Group 6"/>
          <p:cNvGrpSpPr/>
          <p:nvPr/>
        </p:nvGrpSpPr>
        <p:grpSpPr>
          <a:xfrm>
            <a:off x="0" y="-3600"/>
            <a:ext cx="12192120" cy="6861240"/>
            <a:chOff x="0" y="-3600"/>
            <a:chExt cx="12192120" cy="6861240"/>
          </a:xfrm>
        </p:grpSpPr>
        <p:sp>
          <p:nvSpPr>
            <p:cNvPr id="2" name="Oval 4"/>
            <p:cNvSpPr/>
            <p:nvPr/>
          </p:nvSpPr>
          <p:spPr>
            <a:xfrm>
              <a:off x="583920" y="4960080"/>
              <a:ext cx="1550880" cy="1550880"/>
            </a:xfrm>
            <a:prstGeom prst="ellipse">
              <a:avLst/>
            </a:prstGeom>
            <a:solidFill>
              <a:schemeClr val="tx2"/>
            </a:solidFill>
            <a:ln>
              <a:solidFill>
                <a:srgbClr val="004cb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3" name="Freeform 10"/>
            <p:cNvSpPr/>
            <p:nvPr/>
          </p:nvSpPr>
          <p:spPr>
            <a:xfrm>
              <a:off x="0" y="4572000"/>
              <a:ext cx="1118160" cy="1118160"/>
            </a:xfrm>
            <a:custGeom>
              <a:avLst/>
              <a:gdLst>
                <a:gd name="textAreaLeft" fmla="*/ 0 w 1118160"/>
                <a:gd name="textAreaRight" fmla="*/ 1118520 w 1118160"/>
                <a:gd name="textAreaTop" fmla="*/ 0 h 1118160"/>
                <a:gd name="textAreaBottom" fmla="*/ 1118520 h 111816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4" name="Freeform 8"/>
            <p:cNvSpPr/>
            <p:nvPr/>
          </p:nvSpPr>
          <p:spPr>
            <a:xfrm>
              <a:off x="0" y="5739480"/>
              <a:ext cx="1118160" cy="1118160"/>
            </a:xfrm>
            <a:custGeom>
              <a:avLst/>
              <a:gdLst>
                <a:gd name="textAreaLeft" fmla="*/ 0 w 1118160"/>
                <a:gd name="textAreaRight" fmla="*/ 1118520 w 1118160"/>
                <a:gd name="textAreaTop" fmla="*/ 0 h 1118160"/>
                <a:gd name="textAreaBottom" fmla="*/ 1118520 h 111816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8264880" y="-3600"/>
              <a:ext cx="3927240" cy="3164760"/>
              <a:chOff x="8264880" y="-3600"/>
              <a:chExt cx="3927240" cy="3164760"/>
            </a:xfrm>
          </p:grpSpPr>
          <p:sp>
            <p:nvSpPr>
              <p:cNvPr id="6" name="Freeform 14"/>
              <p:cNvSpPr/>
              <p:nvPr/>
            </p:nvSpPr>
            <p:spPr>
              <a:xfrm flipH="1" flipV="1" rot="5400000">
                <a:off x="9627840" y="596520"/>
                <a:ext cx="3164760" cy="1963440"/>
              </a:xfrm>
              <a:custGeom>
                <a:avLst/>
                <a:gdLst>
                  <a:gd name="textAreaLeft" fmla="*/ -360 w 3164760"/>
                  <a:gd name="textAreaRight" fmla="*/ 3164760 w 3164760"/>
                  <a:gd name="textAreaTop" fmla="*/ 360 h 1963440"/>
                  <a:gd name="textAreaBottom" fmla="*/ 1964160 h 196344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7" name="Freeform 15"/>
              <p:cNvSpPr/>
              <p:nvPr/>
            </p:nvSpPr>
            <p:spPr>
              <a:xfrm flipV="1" rot="16200000">
                <a:off x="7664040" y="596520"/>
                <a:ext cx="3164760" cy="1963440"/>
              </a:xfrm>
              <a:custGeom>
                <a:avLst/>
                <a:gdLst>
                  <a:gd name="textAreaLeft" fmla="*/ 0 w 3164760"/>
                  <a:gd name="textAreaRight" fmla="*/ 3165120 w 3164760"/>
                  <a:gd name="textAreaTop" fmla="*/ 360 h 1963440"/>
                  <a:gd name="textAreaBottom" fmla="*/ 1964160 h 196344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  <p:sp>
          <p:nvSpPr>
            <p:cNvPr id="8" name="Freeform 21"/>
            <p:cNvSpPr/>
            <p:nvPr/>
          </p:nvSpPr>
          <p:spPr>
            <a:xfrm>
              <a:off x="0" y="0"/>
              <a:ext cx="1167120" cy="1167120"/>
            </a:xfrm>
            <a:custGeom>
              <a:avLst/>
              <a:gdLst>
                <a:gd name="textAreaLeft" fmla="*/ 0 w 1167120"/>
                <a:gd name="textAreaRight" fmla="*/ 1167480 w 1167120"/>
                <a:gd name="textAreaTop" fmla="*/ 0 h 1167120"/>
                <a:gd name="textAreaBottom" fmla="*/ 1167480 h 116712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9" name="Freeform 27"/>
            <p:cNvSpPr/>
            <p:nvPr/>
          </p:nvSpPr>
          <p:spPr>
            <a:xfrm>
              <a:off x="11024640" y="4580640"/>
              <a:ext cx="1167120" cy="2277000"/>
            </a:xfrm>
            <a:custGeom>
              <a:avLst/>
              <a:gdLst>
                <a:gd name="textAreaLeft" fmla="*/ 0 w 1167120"/>
                <a:gd name="textAreaRight" fmla="*/ 1167480 w 1167120"/>
                <a:gd name="textAreaTop" fmla="*/ 0 h 2277000"/>
                <a:gd name="textAreaBottom" fmla="*/ 2277360 h 2277000"/>
              </a:gdLst>
              <a:ahLst/>
              <a:rect l="textAreaLeft" t="textAreaTop" r="textAreaRight" b="textAreaBottom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167480" y="232920"/>
            <a:ext cx="7096680" cy="327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2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9" name="Freeform 3"/>
            <p:cNvSpPr/>
            <p:nvPr/>
          </p:nvSpPr>
          <p:spPr>
            <a:xfrm flipH="1">
              <a:off x="8580960" y="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50" name="Freeform 4"/>
            <p:cNvSpPr/>
            <p:nvPr/>
          </p:nvSpPr>
          <p:spPr>
            <a:xfrm flipH="1">
              <a:off x="8580960" y="324684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51" name="Freeform 5"/>
            <p:cNvSpPr/>
            <p:nvPr/>
          </p:nvSpPr>
          <p:spPr>
            <a:xfrm>
              <a:off x="0" y="0"/>
              <a:ext cx="933480" cy="93348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933480"/>
                <a:gd name="textAreaBottom" fmla="*/ 933840 h 93348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52" name="Group 8"/>
            <p:cNvGrpSpPr/>
            <p:nvPr/>
          </p:nvGrpSpPr>
          <p:grpSpPr>
            <a:xfrm>
              <a:off x="8082360" y="5590440"/>
              <a:ext cx="1571760" cy="1266840"/>
              <a:chOff x="8082360" y="5590440"/>
              <a:chExt cx="1571760" cy="1266840"/>
            </a:xfrm>
          </p:grpSpPr>
          <p:sp>
            <p:nvSpPr>
              <p:cNvPr id="53" name="Freeform 6"/>
              <p:cNvSpPr/>
              <p:nvPr/>
            </p:nvSpPr>
            <p:spPr>
              <a:xfrm flipH="1" flipV="1" rot="5400000">
                <a:off x="8627400" y="5830560"/>
                <a:ext cx="1266840" cy="785880"/>
              </a:xfrm>
              <a:custGeom>
                <a:avLst/>
                <a:gdLst>
                  <a:gd name="textAreaLeft" fmla="*/ -360 w 1266840"/>
                  <a:gd name="textAreaRight" fmla="*/ 126684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54" name="Freeform 7"/>
              <p:cNvSpPr/>
              <p:nvPr/>
            </p:nvSpPr>
            <p:spPr>
              <a:xfrm flipV="1" rot="16200000">
                <a:off x="7841880" y="5830560"/>
                <a:ext cx="1266840" cy="785880"/>
              </a:xfrm>
              <a:custGeom>
                <a:avLst/>
                <a:gdLst>
                  <a:gd name="textAreaLeft" fmla="*/ 0 w 1266840"/>
                  <a:gd name="textAreaRight" fmla="*/ 126720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167480" y="2017440"/>
            <a:ext cx="9778680" cy="336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1"/>
          </p:nvPr>
        </p:nvSpPr>
        <p:spPr>
          <a:xfrm>
            <a:off x="380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BCBCDD-FE78-42B2-9F79-07D3753C2798}" type="slidenum"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1"/>
          <p:cNvGrpSpPr/>
          <p:nvPr/>
        </p:nvGrpSpPr>
        <p:grpSpPr>
          <a:xfrm>
            <a:off x="0" y="-360"/>
            <a:ext cx="12208680" cy="6858000"/>
            <a:chOff x="0" y="-360"/>
            <a:chExt cx="12208680" cy="6858000"/>
          </a:xfrm>
        </p:grpSpPr>
        <p:sp>
          <p:nvSpPr>
            <p:cNvPr id="97" name="Rectangle 6"/>
            <p:cNvSpPr/>
            <p:nvPr/>
          </p:nvSpPr>
          <p:spPr>
            <a:xfrm>
              <a:off x="0" y="2286000"/>
              <a:ext cx="12208320" cy="4571640"/>
            </a:xfrm>
            <a:prstGeom prst="rect">
              <a:avLst/>
            </a:pr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98" name="Freeform 11"/>
            <p:cNvSpPr/>
            <p:nvPr/>
          </p:nvSpPr>
          <p:spPr>
            <a:xfrm flipH="1">
              <a:off x="8597880" y="324684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99" name="Freeform 13"/>
            <p:cNvSpPr/>
            <p:nvPr/>
          </p:nvSpPr>
          <p:spPr>
            <a:xfrm>
              <a:off x="0" y="0"/>
              <a:ext cx="933480" cy="93348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933480"/>
                <a:gd name="textAreaBottom" fmla="*/ 933840 h 93348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100" name="Freeform 14"/>
            <p:cNvSpPr/>
            <p:nvPr/>
          </p:nvSpPr>
          <p:spPr>
            <a:xfrm flipH="1" flipV="1" rot="5400000">
              <a:off x="10343880" y="437400"/>
              <a:ext cx="2285640" cy="1409400"/>
            </a:xfrm>
            <a:custGeom>
              <a:avLst/>
              <a:gdLst>
                <a:gd name="textAreaLeft" fmla="*/ -360 w 2285640"/>
                <a:gd name="textAreaRight" fmla="*/ 2285640 w 2285640"/>
                <a:gd name="textAreaTop" fmla="*/ -360 h 1409400"/>
                <a:gd name="textAreaBottom" fmla="*/ 1409400 h 140940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1167480" y="2653200"/>
            <a:ext cx="9778680" cy="343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enorite"/>
              </a:rPr>
              <a:t>Click to add text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4"/>
          </p:nvPr>
        </p:nvSpPr>
        <p:spPr>
          <a:xfrm>
            <a:off x="380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sldNum" idx="6"/>
          </p:nvPr>
        </p:nvSpPr>
        <p:spPr>
          <a:xfrm>
            <a:off x="10206360" y="6356520"/>
            <a:ext cx="16041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2B8265-D7AC-4843-A5B7-1166CDF9E5F8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3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43" name="Freeform 22"/>
            <p:cNvSpPr/>
            <p:nvPr/>
          </p:nvSpPr>
          <p:spPr>
            <a:xfrm>
              <a:off x="0" y="0"/>
              <a:ext cx="8025120" cy="6857640"/>
            </a:xfrm>
            <a:custGeom>
              <a:avLst/>
              <a:gdLst>
                <a:gd name="textAreaLeft" fmla="*/ 0 w 8025120"/>
                <a:gd name="textAreaRight" fmla="*/ 8025480 w 802512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144" name="Group 5"/>
            <p:cNvGrpSpPr/>
            <p:nvPr/>
          </p:nvGrpSpPr>
          <p:grpSpPr>
            <a:xfrm>
              <a:off x="8580600" y="1912320"/>
              <a:ext cx="2444040" cy="3032640"/>
              <a:chOff x="8580600" y="1912320"/>
              <a:chExt cx="2444040" cy="3032640"/>
            </a:xfrm>
          </p:grpSpPr>
          <p:sp>
            <p:nvSpPr>
              <p:cNvPr id="145" name="Freeform 14"/>
              <p:cNvSpPr/>
              <p:nvPr/>
            </p:nvSpPr>
            <p:spPr>
              <a:xfrm flipH="1" flipV="1">
                <a:off x="8580240" y="1911960"/>
                <a:ext cx="2443320" cy="1515960"/>
              </a:xfrm>
              <a:custGeom>
                <a:avLst/>
                <a:gdLst>
                  <a:gd name="textAreaLeft" fmla="*/ -360 w 2443320"/>
                  <a:gd name="textAreaRight" fmla="*/ 2443320 w 2443320"/>
                  <a:gd name="textAreaTop" fmla="*/ -360 h 1515960"/>
                  <a:gd name="textAreaBottom" fmla="*/ 1515960 h 151596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146" name="Freeform 15"/>
              <p:cNvSpPr/>
              <p:nvPr/>
            </p:nvSpPr>
            <p:spPr>
              <a:xfrm flipV="1" rot="10800000">
                <a:off x="8581320" y="3428640"/>
                <a:ext cx="2443320" cy="1515960"/>
              </a:xfrm>
              <a:custGeom>
                <a:avLst/>
                <a:gdLst>
                  <a:gd name="textAreaLeft" fmla="*/ 0 w 2443320"/>
                  <a:gd name="textAreaRight" fmla="*/ 2443680 w 2443320"/>
                  <a:gd name="textAreaTop" fmla="*/ -360 h 1515960"/>
                  <a:gd name="textAreaBottom" fmla="*/ 1515960 h 151596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  <p:sp>
          <p:nvSpPr>
            <p:cNvPr id="147" name="Freeform 16"/>
            <p:cNvSpPr/>
            <p:nvPr/>
          </p:nvSpPr>
          <p:spPr>
            <a:xfrm flipH="1">
              <a:off x="8580960" y="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148" name="Freeform 17"/>
            <p:cNvSpPr/>
            <p:nvPr/>
          </p:nvSpPr>
          <p:spPr>
            <a:xfrm flipH="1">
              <a:off x="8580960" y="324684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67480" y="177480"/>
            <a:ext cx="6245640" cy="3269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Tenorite"/>
              </a:rPr>
              <a:t>Click to add title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oup 8"/>
          <p:cNvGrpSpPr/>
          <p:nvPr/>
        </p:nvGrpSpPr>
        <p:grpSpPr>
          <a:xfrm>
            <a:off x="10924560" y="-360"/>
            <a:ext cx="1267560" cy="1572480"/>
            <a:chOff x="10924560" y="-360"/>
            <a:chExt cx="1267560" cy="1572480"/>
          </a:xfrm>
        </p:grpSpPr>
        <p:sp>
          <p:nvSpPr>
            <p:cNvPr id="188" name="Freeform 12"/>
            <p:cNvSpPr/>
            <p:nvPr/>
          </p:nvSpPr>
          <p:spPr>
            <a:xfrm flipH="1" flipV="1">
              <a:off x="10924200" y="-360"/>
              <a:ext cx="1266840" cy="785880"/>
            </a:xfrm>
            <a:custGeom>
              <a:avLst/>
              <a:gdLst>
                <a:gd name="textAreaLeft" fmla="*/ -360 w 1266840"/>
                <a:gd name="textAreaRight" fmla="*/ 1266840 w 1266840"/>
                <a:gd name="textAreaTop" fmla="*/ -360 h 785880"/>
                <a:gd name="textAreaBottom" fmla="*/ 785880 h 78588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189" name="Freeform 13"/>
            <p:cNvSpPr/>
            <p:nvPr/>
          </p:nvSpPr>
          <p:spPr>
            <a:xfrm flipV="1" rot="10800000">
              <a:off x="10925280" y="785880"/>
              <a:ext cx="1266840" cy="785880"/>
            </a:xfrm>
            <a:custGeom>
              <a:avLst/>
              <a:gdLst>
                <a:gd name="textAreaLeft" fmla="*/ 0 w 1266840"/>
                <a:gd name="textAreaRight" fmla="*/ 1267200 w 1266840"/>
                <a:gd name="textAreaTop" fmla="*/ -360 h 785880"/>
                <a:gd name="textAreaBottom" fmla="*/ 785880 h 78588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1167480" y="2084760"/>
            <a:ext cx="9778680" cy="336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7"/>
          </p:nvPr>
        </p:nvSpPr>
        <p:spPr>
          <a:xfrm>
            <a:off x="380880" y="6356520"/>
            <a:ext cx="1700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9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C447A-CF5B-441A-9137-195B6777F8CF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2424960" y="1071360"/>
            <a:ext cx="7341840" cy="34228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Tenorite"/>
              </a:rPr>
              <a:t>Click to add title</a:t>
            </a:r>
            <a:endParaRPr b="0" lang="en-US" sz="4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1022760" y="1071360"/>
            <a:ext cx="1364040" cy="174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3900" spc="-1" strike="noStrike">
                <a:solidFill>
                  <a:schemeClr val="accent1">
                    <a:lumMod val="75000"/>
                  </a:schemeClr>
                </a:solidFill>
                <a:latin typeface="Tenorite"/>
              </a:rPr>
              <a:t>“</a:t>
            </a:r>
            <a:endParaRPr b="0" lang="en-US" sz="239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9819000" y="3295440"/>
            <a:ext cx="1364040" cy="1690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3900" spc="-1" strike="noStrike">
                <a:solidFill>
                  <a:schemeClr val="accent1">
                    <a:lumMod val="75000"/>
                  </a:schemeClr>
                </a:solidFill>
                <a:latin typeface="Tenorite"/>
              </a:rPr>
              <a:t>”</a:t>
            </a:r>
            <a:endParaRPr b="0" lang="en-US" sz="239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body"/>
          </p:nvPr>
        </p:nvSpPr>
        <p:spPr>
          <a:xfrm>
            <a:off x="6222240" y="4599720"/>
            <a:ext cx="3511080" cy="85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dt" idx="10"/>
          </p:nvPr>
        </p:nvSpPr>
        <p:spPr>
          <a:xfrm>
            <a:off x="380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7"/>
          <p:cNvSpPr>
            <a:spLocks noGrp="1"/>
          </p:cNvSpPr>
          <p:nvPr>
            <p:ph type="sldNum" idx="12"/>
          </p:nvPr>
        </p:nvSpPr>
        <p:spPr>
          <a:xfrm>
            <a:off x="9067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16746C2-8269-4A65-A626-8FDA03502134}" type="slidenum"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29"/>
          <p:cNvSpPr/>
          <p:nvPr/>
        </p:nvSpPr>
        <p:spPr>
          <a:xfrm>
            <a:off x="0" y="-1800"/>
            <a:ext cx="9856800" cy="6859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Tenorite"/>
            </a:endParaRPr>
          </a:p>
        </p:txBody>
      </p:sp>
      <p:grpSp>
        <p:nvGrpSpPr>
          <p:cNvPr id="275" name="Group 1"/>
          <p:cNvGrpSpPr/>
          <p:nvPr/>
        </p:nvGrpSpPr>
        <p:grpSpPr>
          <a:xfrm>
            <a:off x="9857160" y="-1800"/>
            <a:ext cx="2334960" cy="6859440"/>
            <a:chOff x="9857160" y="-1800"/>
            <a:chExt cx="2334960" cy="6859440"/>
          </a:xfrm>
        </p:grpSpPr>
        <p:sp>
          <p:nvSpPr>
            <p:cNvPr id="276" name="Freeform 18"/>
            <p:cNvSpPr/>
            <p:nvPr/>
          </p:nvSpPr>
          <p:spPr>
            <a:xfrm flipV="1" rot="16200000">
              <a:off x="9500400" y="355320"/>
              <a:ext cx="1881360" cy="1167120"/>
            </a:xfrm>
            <a:custGeom>
              <a:avLst/>
              <a:gdLst>
                <a:gd name="textAreaLeft" fmla="*/ 0 w 1881360"/>
                <a:gd name="textAreaRight" fmla="*/ 1881720 w 1881360"/>
                <a:gd name="textAreaTop" fmla="*/ 360 h 1167120"/>
                <a:gd name="textAreaBottom" fmla="*/ 1167840 h 116712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77" name="Freeform 20"/>
            <p:cNvSpPr/>
            <p:nvPr/>
          </p:nvSpPr>
          <p:spPr>
            <a:xfrm flipH="1">
              <a:off x="10865880" y="1879920"/>
              <a:ext cx="1325160" cy="1325160"/>
            </a:xfrm>
            <a:custGeom>
              <a:avLst/>
              <a:gdLst>
                <a:gd name="textAreaLeft" fmla="*/ -360 w 1325160"/>
                <a:gd name="textAreaRight" fmla="*/ 1325160 w 1325160"/>
                <a:gd name="textAreaTop" fmla="*/ 0 h 1325160"/>
                <a:gd name="textAreaBottom" fmla="*/ 1325520 h 132516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78" name="Freeform 24"/>
            <p:cNvSpPr/>
            <p:nvPr/>
          </p:nvSpPr>
          <p:spPr>
            <a:xfrm>
              <a:off x="11024640" y="-1800"/>
              <a:ext cx="1167120" cy="1881360"/>
            </a:xfrm>
            <a:custGeom>
              <a:avLst/>
              <a:gdLst>
                <a:gd name="textAreaLeft" fmla="*/ 0 w 1167120"/>
                <a:gd name="textAreaRight" fmla="*/ 1167480 w 1167120"/>
                <a:gd name="textAreaTop" fmla="*/ 0 h 1881360"/>
                <a:gd name="textAreaBottom" fmla="*/ 1881720 h 1881360"/>
              </a:gdLst>
              <a:ahLst/>
              <a:rect l="textAreaLeft" t="textAreaTop" r="textAreaRight" b="textAreaBottom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79" name="Oval 25"/>
            <p:cNvSpPr/>
            <p:nvPr/>
          </p:nvSpPr>
          <p:spPr>
            <a:xfrm>
              <a:off x="10334160" y="2737800"/>
              <a:ext cx="1380600" cy="13806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80" name="Freeform 26"/>
            <p:cNvSpPr/>
            <p:nvPr/>
          </p:nvSpPr>
          <p:spPr>
            <a:xfrm flipH="1" rot="16200000">
              <a:off x="10667880" y="5333400"/>
              <a:ext cx="1881360" cy="1167120"/>
            </a:xfrm>
            <a:custGeom>
              <a:avLst/>
              <a:gdLst>
                <a:gd name="textAreaLeft" fmla="*/ 360 w 1881360"/>
                <a:gd name="textAreaRight" fmla="*/ 1882080 w 1881360"/>
                <a:gd name="textAreaTop" fmla="*/ 0 h 1167120"/>
                <a:gd name="textAreaBottom" fmla="*/ 1167480 h 116712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81" name="Freeform 27"/>
            <p:cNvSpPr/>
            <p:nvPr/>
          </p:nvSpPr>
          <p:spPr>
            <a:xfrm flipV="1">
              <a:off x="9857160" y="3650760"/>
              <a:ext cx="1325160" cy="1325160"/>
            </a:xfrm>
            <a:custGeom>
              <a:avLst/>
              <a:gdLst>
                <a:gd name="textAreaLeft" fmla="*/ 0 w 1325160"/>
                <a:gd name="textAreaRight" fmla="*/ 1325520 w 1325160"/>
                <a:gd name="textAreaTop" fmla="*/ -360 h 1325160"/>
                <a:gd name="textAreaBottom" fmla="*/ 1325160 h 132516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282" name="Freeform 28"/>
            <p:cNvSpPr/>
            <p:nvPr/>
          </p:nvSpPr>
          <p:spPr>
            <a:xfrm flipH="1" flipV="1">
              <a:off x="9857160" y="4976280"/>
              <a:ext cx="1167120" cy="1881360"/>
            </a:xfrm>
            <a:custGeom>
              <a:avLst/>
              <a:gdLst>
                <a:gd name="textAreaLeft" fmla="*/ 360 w 1167120"/>
                <a:gd name="textAreaRight" fmla="*/ 1167840 w 1167120"/>
                <a:gd name="textAreaTop" fmla="*/ 360 h 1881360"/>
                <a:gd name="textAreaBottom" fmla="*/ 1882080 h 1881360"/>
              </a:gdLst>
              <a:ahLst/>
              <a:rect l="textAreaLeft" t="textAreaTop" r="textAreaRight" b="textAreaBottom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750600" y="136440"/>
            <a:ext cx="8401320" cy="1569600"/>
          </a:xfrm>
          <a:prstGeom prst="rect">
            <a:avLst/>
          </a:prstGeom>
          <a:noFill/>
          <a:ln w="0">
            <a:noFill/>
          </a:ln>
        </p:spPr>
        <p:txBody>
          <a:bodyPr l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750600" y="2227680"/>
            <a:ext cx="1199880" cy="120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2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2123280" y="2227680"/>
            <a:ext cx="2280960" cy="5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2123280" y="2811600"/>
            <a:ext cx="2280960" cy="6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body"/>
          </p:nvPr>
        </p:nvSpPr>
        <p:spPr>
          <a:xfrm>
            <a:off x="5495760" y="2227680"/>
            <a:ext cx="1199880" cy="120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2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8" name="PlaceHolder 6"/>
          <p:cNvSpPr>
            <a:spLocks noGrp="1"/>
          </p:cNvSpPr>
          <p:nvPr>
            <p:ph type="body"/>
          </p:nvPr>
        </p:nvSpPr>
        <p:spPr>
          <a:xfrm>
            <a:off x="6870960" y="2224080"/>
            <a:ext cx="2280960" cy="5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89" name="PlaceHolder 7"/>
          <p:cNvSpPr>
            <a:spLocks noGrp="1"/>
          </p:cNvSpPr>
          <p:nvPr>
            <p:ph type="body"/>
          </p:nvPr>
        </p:nvSpPr>
        <p:spPr>
          <a:xfrm>
            <a:off x="6870960" y="2807640"/>
            <a:ext cx="2280960" cy="6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0" name="PlaceHolder 8"/>
          <p:cNvSpPr>
            <a:spLocks noGrp="1"/>
          </p:cNvSpPr>
          <p:nvPr>
            <p:ph type="body"/>
          </p:nvPr>
        </p:nvSpPr>
        <p:spPr>
          <a:xfrm>
            <a:off x="750600" y="4254120"/>
            <a:ext cx="1199880" cy="120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2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1" name="PlaceHolder 9"/>
          <p:cNvSpPr>
            <a:spLocks noGrp="1"/>
          </p:cNvSpPr>
          <p:nvPr>
            <p:ph type="body"/>
          </p:nvPr>
        </p:nvSpPr>
        <p:spPr>
          <a:xfrm>
            <a:off x="2123280" y="4300200"/>
            <a:ext cx="2280960" cy="5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2" name="PlaceHolder 10"/>
          <p:cNvSpPr>
            <a:spLocks noGrp="1"/>
          </p:cNvSpPr>
          <p:nvPr>
            <p:ph type="body"/>
          </p:nvPr>
        </p:nvSpPr>
        <p:spPr>
          <a:xfrm>
            <a:off x="2123280" y="4884120"/>
            <a:ext cx="22809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3" name="PlaceHolder 11"/>
          <p:cNvSpPr>
            <a:spLocks noGrp="1"/>
          </p:cNvSpPr>
          <p:nvPr>
            <p:ph type="body"/>
          </p:nvPr>
        </p:nvSpPr>
        <p:spPr>
          <a:xfrm>
            <a:off x="5495760" y="4254120"/>
            <a:ext cx="1199880" cy="120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2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4" name="PlaceHolder 12"/>
          <p:cNvSpPr>
            <a:spLocks noGrp="1"/>
          </p:cNvSpPr>
          <p:nvPr>
            <p:ph type="body"/>
          </p:nvPr>
        </p:nvSpPr>
        <p:spPr>
          <a:xfrm>
            <a:off x="6870960" y="4300200"/>
            <a:ext cx="2280960" cy="5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5" name="PlaceHolder 13"/>
          <p:cNvSpPr>
            <a:spLocks noGrp="1"/>
          </p:cNvSpPr>
          <p:nvPr>
            <p:ph type="body"/>
          </p:nvPr>
        </p:nvSpPr>
        <p:spPr>
          <a:xfrm>
            <a:off x="6870960" y="4884120"/>
            <a:ext cx="22809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296" name="PlaceHolder 14"/>
          <p:cNvSpPr>
            <a:spLocks noGrp="1"/>
          </p:cNvSpPr>
          <p:nvPr>
            <p:ph type="dt" idx="13"/>
          </p:nvPr>
        </p:nvSpPr>
        <p:spPr>
          <a:xfrm>
            <a:off x="380880" y="6356520"/>
            <a:ext cx="15696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15"/>
          <p:cNvSpPr>
            <a:spLocks noGrp="1"/>
          </p:cNvSpPr>
          <p:nvPr>
            <p:ph type="ftr" idx="14"/>
          </p:nvPr>
        </p:nvSpPr>
        <p:spPr>
          <a:xfrm>
            <a:off x="287100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16"/>
          <p:cNvSpPr>
            <a:spLocks noGrp="1"/>
          </p:cNvSpPr>
          <p:nvPr>
            <p:ph type="sldNum" idx="15"/>
          </p:nvPr>
        </p:nvSpPr>
        <p:spPr>
          <a:xfrm>
            <a:off x="8332200" y="6356520"/>
            <a:ext cx="1167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1FDE8B-2D4E-4317-A2EC-B31625CD387B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750600" y="70920"/>
            <a:ext cx="10677960" cy="1635120"/>
          </a:xfrm>
          <a:prstGeom prst="rect">
            <a:avLst/>
          </a:prstGeom>
          <a:noFill/>
          <a:ln w="0">
            <a:noFill/>
          </a:ln>
        </p:spPr>
        <p:txBody>
          <a:bodyPr lIns="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750600" y="206856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750600" y="29944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750600" y="33796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3549240" y="206856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549240" y="29944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3549240" y="33796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2" name="PlaceHolder 8"/>
          <p:cNvSpPr>
            <a:spLocks noGrp="1"/>
          </p:cNvSpPr>
          <p:nvPr>
            <p:ph type="body"/>
          </p:nvPr>
        </p:nvSpPr>
        <p:spPr>
          <a:xfrm>
            <a:off x="6348240" y="206856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3" name="PlaceHolder 9"/>
          <p:cNvSpPr>
            <a:spLocks noGrp="1"/>
          </p:cNvSpPr>
          <p:nvPr>
            <p:ph type="body"/>
          </p:nvPr>
        </p:nvSpPr>
        <p:spPr>
          <a:xfrm>
            <a:off x="6348240" y="29944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4" name="PlaceHolder 10"/>
          <p:cNvSpPr>
            <a:spLocks noGrp="1"/>
          </p:cNvSpPr>
          <p:nvPr>
            <p:ph type="body"/>
          </p:nvPr>
        </p:nvSpPr>
        <p:spPr>
          <a:xfrm>
            <a:off x="6348240" y="33796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5" name="PlaceHolder 11"/>
          <p:cNvSpPr>
            <a:spLocks noGrp="1"/>
          </p:cNvSpPr>
          <p:nvPr>
            <p:ph type="body"/>
          </p:nvPr>
        </p:nvSpPr>
        <p:spPr>
          <a:xfrm>
            <a:off x="9147240" y="206856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6" name="PlaceHolder 12"/>
          <p:cNvSpPr>
            <a:spLocks noGrp="1"/>
          </p:cNvSpPr>
          <p:nvPr>
            <p:ph type="body"/>
          </p:nvPr>
        </p:nvSpPr>
        <p:spPr>
          <a:xfrm>
            <a:off x="9147240" y="29944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7" name="PlaceHolder 13"/>
          <p:cNvSpPr>
            <a:spLocks noGrp="1"/>
          </p:cNvSpPr>
          <p:nvPr>
            <p:ph type="body"/>
          </p:nvPr>
        </p:nvSpPr>
        <p:spPr>
          <a:xfrm>
            <a:off x="9147240" y="337968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8" name="PlaceHolder 14"/>
          <p:cNvSpPr>
            <a:spLocks noGrp="1"/>
          </p:cNvSpPr>
          <p:nvPr>
            <p:ph type="body"/>
          </p:nvPr>
        </p:nvSpPr>
        <p:spPr>
          <a:xfrm>
            <a:off x="750600" y="411840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49" name="PlaceHolder 15"/>
          <p:cNvSpPr>
            <a:spLocks noGrp="1"/>
          </p:cNvSpPr>
          <p:nvPr>
            <p:ph type="body"/>
          </p:nvPr>
        </p:nvSpPr>
        <p:spPr>
          <a:xfrm>
            <a:off x="750600" y="50443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0" name="PlaceHolder 16"/>
          <p:cNvSpPr>
            <a:spLocks noGrp="1"/>
          </p:cNvSpPr>
          <p:nvPr>
            <p:ph type="body"/>
          </p:nvPr>
        </p:nvSpPr>
        <p:spPr>
          <a:xfrm>
            <a:off x="750600" y="54295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1" name="PlaceHolder 17"/>
          <p:cNvSpPr>
            <a:spLocks noGrp="1"/>
          </p:cNvSpPr>
          <p:nvPr>
            <p:ph type="body"/>
          </p:nvPr>
        </p:nvSpPr>
        <p:spPr>
          <a:xfrm>
            <a:off x="3549240" y="411840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2" name="PlaceHolder 18"/>
          <p:cNvSpPr>
            <a:spLocks noGrp="1"/>
          </p:cNvSpPr>
          <p:nvPr>
            <p:ph type="body"/>
          </p:nvPr>
        </p:nvSpPr>
        <p:spPr>
          <a:xfrm>
            <a:off x="3549240" y="50443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3" name="PlaceHolder 19"/>
          <p:cNvSpPr>
            <a:spLocks noGrp="1"/>
          </p:cNvSpPr>
          <p:nvPr>
            <p:ph type="body"/>
          </p:nvPr>
        </p:nvSpPr>
        <p:spPr>
          <a:xfrm>
            <a:off x="3549240" y="54295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4" name="PlaceHolder 20"/>
          <p:cNvSpPr>
            <a:spLocks noGrp="1"/>
          </p:cNvSpPr>
          <p:nvPr>
            <p:ph type="body"/>
          </p:nvPr>
        </p:nvSpPr>
        <p:spPr>
          <a:xfrm>
            <a:off x="6348240" y="411840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5" name="PlaceHolder 21"/>
          <p:cNvSpPr>
            <a:spLocks noGrp="1"/>
          </p:cNvSpPr>
          <p:nvPr>
            <p:ph type="body"/>
          </p:nvPr>
        </p:nvSpPr>
        <p:spPr>
          <a:xfrm>
            <a:off x="6348240" y="50443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6" name="PlaceHolder 22"/>
          <p:cNvSpPr>
            <a:spLocks noGrp="1"/>
          </p:cNvSpPr>
          <p:nvPr>
            <p:ph type="body"/>
          </p:nvPr>
        </p:nvSpPr>
        <p:spPr>
          <a:xfrm>
            <a:off x="6348240" y="54295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7" name="PlaceHolder 23"/>
          <p:cNvSpPr>
            <a:spLocks noGrp="1"/>
          </p:cNvSpPr>
          <p:nvPr>
            <p:ph type="body"/>
          </p:nvPr>
        </p:nvSpPr>
        <p:spPr>
          <a:xfrm>
            <a:off x="9147240" y="4118400"/>
            <a:ext cx="90468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Tenorite"/>
              </a:rPr>
              <a:t>Click to add picture</a:t>
            </a:r>
            <a:endParaRPr b="0" lang="en-US" sz="11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8" name="PlaceHolder 24"/>
          <p:cNvSpPr>
            <a:spLocks noGrp="1"/>
          </p:cNvSpPr>
          <p:nvPr>
            <p:ph type="body"/>
          </p:nvPr>
        </p:nvSpPr>
        <p:spPr>
          <a:xfrm>
            <a:off x="9147240" y="50443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59" name="PlaceHolder 25"/>
          <p:cNvSpPr>
            <a:spLocks noGrp="1"/>
          </p:cNvSpPr>
          <p:nvPr>
            <p:ph type="body"/>
          </p:nvPr>
        </p:nvSpPr>
        <p:spPr>
          <a:xfrm>
            <a:off x="9147240" y="5429520"/>
            <a:ext cx="266328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18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360" name="PlaceHolder 26"/>
          <p:cNvSpPr>
            <a:spLocks noGrp="1"/>
          </p:cNvSpPr>
          <p:nvPr>
            <p:ph type="dt" idx="16"/>
          </p:nvPr>
        </p:nvSpPr>
        <p:spPr>
          <a:xfrm>
            <a:off x="380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PlaceHolder 2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PlaceHolder 28"/>
          <p:cNvSpPr>
            <a:spLocks noGrp="1"/>
          </p:cNvSpPr>
          <p:nvPr>
            <p:ph type="sldNum" idx="18"/>
          </p:nvPr>
        </p:nvSpPr>
        <p:spPr>
          <a:xfrm>
            <a:off x="9067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166AF0-EA75-4932-B196-B1B877F5B51A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roup 8"/>
          <p:cNvGrpSpPr/>
          <p:nvPr/>
        </p:nvGrpSpPr>
        <p:grpSpPr>
          <a:xfrm>
            <a:off x="10924560" y="-360"/>
            <a:ext cx="1267560" cy="1572480"/>
            <a:chOff x="10924560" y="-360"/>
            <a:chExt cx="1267560" cy="1572480"/>
          </a:xfrm>
        </p:grpSpPr>
        <p:sp>
          <p:nvSpPr>
            <p:cNvPr id="400" name="Freeform 12"/>
            <p:cNvSpPr/>
            <p:nvPr/>
          </p:nvSpPr>
          <p:spPr>
            <a:xfrm flipH="1" flipV="1">
              <a:off x="10924200" y="-360"/>
              <a:ext cx="1266840" cy="785880"/>
            </a:xfrm>
            <a:custGeom>
              <a:avLst/>
              <a:gdLst>
                <a:gd name="textAreaLeft" fmla="*/ -360 w 1266840"/>
                <a:gd name="textAreaRight" fmla="*/ 1266840 w 1266840"/>
                <a:gd name="textAreaTop" fmla="*/ -360 h 785880"/>
                <a:gd name="textAreaBottom" fmla="*/ 785880 h 78588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401" name="Freeform 13"/>
            <p:cNvSpPr/>
            <p:nvPr/>
          </p:nvSpPr>
          <p:spPr>
            <a:xfrm flipV="1" rot="10800000">
              <a:off x="10925280" y="785880"/>
              <a:ext cx="1266840" cy="785880"/>
            </a:xfrm>
            <a:custGeom>
              <a:avLst/>
              <a:gdLst>
                <a:gd name="textAreaLeft" fmla="*/ 0 w 1266840"/>
                <a:gd name="textAreaRight" fmla="*/ 1267200 w 1266840"/>
                <a:gd name="textAreaTop" fmla="*/ -360 h 785880"/>
                <a:gd name="textAreaBottom" fmla="*/ 785880 h 785880"/>
              </a:gdLst>
              <a:ahLst/>
              <a:rect l="textAreaLeft" t="textAreaTop" r="textAreaRight" b="textAreaBottom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1167480" y="2087640"/>
            <a:ext cx="9778680" cy="389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dt" idx="19"/>
          </p:nvPr>
        </p:nvSpPr>
        <p:spPr>
          <a:xfrm>
            <a:off x="380880" y="6356520"/>
            <a:ext cx="1700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 type="sldNum" idx="21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490593-5C1F-4398-8F55-DB290C639861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roup 5"/>
          <p:cNvGrpSpPr/>
          <p:nvPr/>
        </p:nvGrpSpPr>
        <p:grpSpPr>
          <a:xfrm>
            <a:off x="0" y="0"/>
            <a:ext cx="12191760" cy="6858000"/>
            <a:chOff x="0" y="0"/>
            <a:chExt cx="12191760" cy="6858000"/>
          </a:xfrm>
        </p:grpSpPr>
        <p:sp>
          <p:nvSpPr>
            <p:cNvPr id="444" name="Freeform 3"/>
            <p:cNvSpPr/>
            <p:nvPr/>
          </p:nvSpPr>
          <p:spPr>
            <a:xfrm flipH="1">
              <a:off x="8580960" y="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445" name="Freeform 4"/>
            <p:cNvSpPr/>
            <p:nvPr/>
          </p:nvSpPr>
          <p:spPr>
            <a:xfrm flipH="1" rot="5400000">
              <a:off x="0" y="324720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1167480" y="0"/>
            <a:ext cx="9778680" cy="17060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ffffff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1167480" y="1785600"/>
            <a:ext cx="9778680" cy="4278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enorite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enorite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Tenorite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Tenorite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dt" idx="22"/>
          </p:nvPr>
        </p:nvSpPr>
        <p:spPr>
          <a:xfrm>
            <a:off x="380880" y="6356520"/>
            <a:ext cx="17006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 type="sldNum" idx="24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013B4A-0E8E-4936-923D-E3194950032A}" type="slidenum"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roup 15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88" name="Freeform 3"/>
            <p:cNvSpPr/>
            <p:nvPr/>
          </p:nvSpPr>
          <p:spPr>
            <a:xfrm flipH="1">
              <a:off x="8580960" y="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489" name="Freeform 4"/>
            <p:cNvSpPr/>
            <p:nvPr/>
          </p:nvSpPr>
          <p:spPr>
            <a:xfrm flipH="1">
              <a:off x="8580960" y="3246840"/>
              <a:ext cx="3610800" cy="3610800"/>
            </a:xfrm>
            <a:custGeom>
              <a:avLst/>
              <a:gdLst>
                <a:gd name="textAreaLeft" fmla="*/ 360 w 3610800"/>
                <a:gd name="textAreaRight" fmla="*/ 361152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490" name="Freeform 5"/>
            <p:cNvSpPr/>
            <p:nvPr/>
          </p:nvSpPr>
          <p:spPr>
            <a:xfrm>
              <a:off x="0" y="0"/>
              <a:ext cx="933480" cy="93348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933480"/>
                <a:gd name="textAreaBottom" fmla="*/ 933840 h 93348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491" name="Group 8"/>
            <p:cNvGrpSpPr/>
            <p:nvPr/>
          </p:nvGrpSpPr>
          <p:grpSpPr>
            <a:xfrm>
              <a:off x="8082360" y="5590440"/>
              <a:ext cx="1571760" cy="1266840"/>
              <a:chOff x="8082360" y="5590440"/>
              <a:chExt cx="1571760" cy="1266840"/>
            </a:xfrm>
          </p:grpSpPr>
          <p:sp>
            <p:nvSpPr>
              <p:cNvPr id="492" name="Freeform 6"/>
              <p:cNvSpPr/>
              <p:nvPr/>
            </p:nvSpPr>
            <p:spPr>
              <a:xfrm flipH="1" flipV="1" rot="5400000">
                <a:off x="8627400" y="5830560"/>
                <a:ext cx="1266840" cy="785880"/>
              </a:xfrm>
              <a:custGeom>
                <a:avLst/>
                <a:gdLst>
                  <a:gd name="textAreaLeft" fmla="*/ -360 w 1266840"/>
                  <a:gd name="textAreaRight" fmla="*/ 126684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493" name="Freeform 7"/>
              <p:cNvSpPr/>
              <p:nvPr/>
            </p:nvSpPr>
            <p:spPr>
              <a:xfrm flipV="1" rot="16200000">
                <a:off x="7841880" y="5830560"/>
                <a:ext cx="1266840" cy="785880"/>
              </a:xfrm>
              <a:custGeom>
                <a:avLst/>
                <a:gdLst>
                  <a:gd name="textAreaLeft" fmla="*/ 0 w 1266840"/>
                  <a:gd name="textAreaRight" fmla="*/ 126720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</p:grp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1166760" y="2023920"/>
            <a:ext cx="4663800" cy="46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body"/>
          </p:nvPr>
        </p:nvSpPr>
        <p:spPr>
          <a:xfrm>
            <a:off x="1167480" y="2528280"/>
            <a:ext cx="4663080" cy="282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 type="body"/>
          </p:nvPr>
        </p:nvSpPr>
        <p:spPr>
          <a:xfrm>
            <a:off x="6283080" y="2023920"/>
            <a:ext cx="4663800" cy="46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98" name="PlaceHolder 5"/>
          <p:cNvSpPr>
            <a:spLocks noGrp="1"/>
          </p:cNvSpPr>
          <p:nvPr>
            <p:ph type="body"/>
          </p:nvPr>
        </p:nvSpPr>
        <p:spPr>
          <a:xfrm>
            <a:off x="6283080" y="2528280"/>
            <a:ext cx="4663080" cy="282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499" name="PlaceHolder 6"/>
          <p:cNvSpPr>
            <a:spLocks noGrp="1"/>
          </p:cNvSpPr>
          <p:nvPr>
            <p:ph type="dt" idx="25"/>
          </p:nvPr>
        </p:nvSpPr>
        <p:spPr>
          <a:xfrm>
            <a:off x="380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PlaceHolder 8"/>
          <p:cNvSpPr>
            <a:spLocks noGrp="1"/>
          </p:cNvSpPr>
          <p:nvPr>
            <p:ph type="sldNum" idx="27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DD7385-EB0A-409E-8EA1-E38ACDC196BF}" type="slidenum"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roup 13"/>
          <p:cNvGrpSpPr/>
          <p:nvPr/>
        </p:nvGrpSpPr>
        <p:grpSpPr>
          <a:xfrm>
            <a:off x="-2520" y="0"/>
            <a:ext cx="12194640" cy="6858000"/>
            <a:chOff x="-2520" y="0"/>
            <a:chExt cx="12194640" cy="6858000"/>
          </a:xfrm>
        </p:grpSpPr>
        <p:sp>
          <p:nvSpPr>
            <p:cNvPr id="539" name="Freeform 3"/>
            <p:cNvSpPr/>
            <p:nvPr/>
          </p:nvSpPr>
          <p:spPr>
            <a:xfrm rot="5400000">
              <a:off x="8581320" y="0"/>
              <a:ext cx="3610800" cy="3610800"/>
            </a:xfrm>
            <a:custGeom>
              <a:avLst/>
              <a:gdLst>
                <a:gd name="textAreaLeft" fmla="*/ 0 w 3610800"/>
                <a:gd name="textAreaRight" fmla="*/ 361116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540" name="Freeform 4"/>
            <p:cNvSpPr/>
            <p:nvPr/>
          </p:nvSpPr>
          <p:spPr>
            <a:xfrm>
              <a:off x="-2520" y="3246840"/>
              <a:ext cx="3610800" cy="3610800"/>
            </a:xfrm>
            <a:custGeom>
              <a:avLst/>
              <a:gdLst>
                <a:gd name="textAreaLeft" fmla="*/ 0 w 3610800"/>
                <a:gd name="textAreaRight" fmla="*/ 3611160 w 3610800"/>
                <a:gd name="textAreaTop" fmla="*/ 0 h 3610800"/>
                <a:gd name="textAreaBottom" fmla="*/ 3611160 h 3610800"/>
              </a:gdLst>
              <a:ahLst/>
              <a:rect l="textAreaLeft" t="textAreaTop" r="textAreaRight" b="textAreaBottom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541" name="Freeform 5"/>
            <p:cNvSpPr/>
            <p:nvPr/>
          </p:nvSpPr>
          <p:spPr>
            <a:xfrm flipH="1" rot="5400000">
              <a:off x="11257560" y="5924520"/>
              <a:ext cx="933480" cy="933480"/>
            </a:xfrm>
            <a:custGeom>
              <a:avLst/>
              <a:gdLst>
                <a:gd name="textAreaLeft" fmla="*/ -360 w 933480"/>
                <a:gd name="textAreaRight" fmla="*/ 933480 w 933480"/>
                <a:gd name="textAreaTop" fmla="*/ 0 h 933480"/>
                <a:gd name="textAreaBottom" fmla="*/ 933840 h 93348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542" name="Group 8"/>
            <p:cNvGrpSpPr/>
            <p:nvPr/>
          </p:nvGrpSpPr>
          <p:grpSpPr>
            <a:xfrm>
              <a:off x="2587680" y="5590440"/>
              <a:ext cx="1571760" cy="1266840"/>
              <a:chOff x="2587680" y="5590440"/>
              <a:chExt cx="1571760" cy="1266840"/>
            </a:xfrm>
          </p:grpSpPr>
          <p:sp>
            <p:nvSpPr>
              <p:cNvPr id="543" name="Freeform 6"/>
              <p:cNvSpPr/>
              <p:nvPr/>
            </p:nvSpPr>
            <p:spPr>
              <a:xfrm flipH="1" flipV="1" rot="5400000">
                <a:off x="3132720" y="5830560"/>
                <a:ext cx="1266840" cy="785880"/>
              </a:xfrm>
              <a:custGeom>
                <a:avLst/>
                <a:gdLst>
                  <a:gd name="textAreaLeft" fmla="*/ -360 w 1266840"/>
                  <a:gd name="textAreaRight" fmla="*/ 126684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544" name="Freeform 7"/>
              <p:cNvSpPr/>
              <p:nvPr/>
            </p:nvSpPr>
            <p:spPr>
              <a:xfrm flipV="1" rot="16200000">
                <a:off x="2347200" y="5830560"/>
                <a:ext cx="1266840" cy="785880"/>
              </a:xfrm>
              <a:custGeom>
                <a:avLst/>
                <a:gdLst>
                  <a:gd name="textAreaLeft" fmla="*/ 0 w 1266840"/>
                  <a:gd name="textAreaRight" fmla="*/ 1267200 w 1266840"/>
                  <a:gd name="textAreaTop" fmla="*/ -360 h 785880"/>
                  <a:gd name="textAreaBottom" fmla="*/ 785880 h 78588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</p:grpSp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167480" y="380880"/>
            <a:ext cx="9778680" cy="1325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1166760" y="2020320"/>
            <a:ext cx="3219120" cy="46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1167480" y="2526480"/>
            <a:ext cx="3218400" cy="282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body"/>
          </p:nvPr>
        </p:nvSpPr>
        <p:spPr>
          <a:xfrm>
            <a:off x="4683960" y="2020320"/>
            <a:ext cx="3173040" cy="46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49" name="PlaceHolder 5"/>
          <p:cNvSpPr>
            <a:spLocks noGrp="1"/>
          </p:cNvSpPr>
          <p:nvPr>
            <p:ph type="body"/>
          </p:nvPr>
        </p:nvSpPr>
        <p:spPr>
          <a:xfrm>
            <a:off x="4683960" y="2526480"/>
            <a:ext cx="3173040" cy="282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50" name="PlaceHolder 6"/>
          <p:cNvSpPr>
            <a:spLocks noGrp="1"/>
          </p:cNvSpPr>
          <p:nvPr>
            <p:ph type="body"/>
          </p:nvPr>
        </p:nvSpPr>
        <p:spPr>
          <a:xfrm>
            <a:off x="8200080" y="2018520"/>
            <a:ext cx="3173040" cy="46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51" name="PlaceHolder 7"/>
          <p:cNvSpPr>
            <a:spLocks noGrp="1"/>
          </p:cNvSpPr>
          <p:nvPr>
            <p:ph type="body"/>
          </p:nvPr>
        </p:nvSpPr>
        <p:spPr>
          <a:xfrm>
            <a:off x="8200080" y="2526480"/>
            <a:ext cx="3173040" cy="282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Click to add text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marL="9144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Tenorite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Tenorite"/>
            </a:endParaRPr>
          </a:p>
          <a:p>
            <a:pPr marL="13716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  <a:p>
            <a:pPr marL="18288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enorite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52" name="PlaceHolder 8"/>
          <p:cNvSpPr>
            <a:spLocks noGrp="1"/>
          </p:cNvSpPr>
          <p:nvPr>
            <p:ph type="dt" idx="28"/>
          </p:nvPr>
        </p:nvSpPr>
        <p:spPr>
          <a:xfrm>
            <a:off x="380880" y="6356520"/>
            <a:ext cx="17668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PlaceHolder 9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accent3"/>
                </a:solidFill>
                <a:latin typeface="Tenorite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PlaceHolder 10"/>
          <p:cNvSpPr>
            <a:spLocks noGrp="1"/>
          </p:cNvSpPr>
          <p:nvPr>
            <p:ph type="sldNum" idx="30"/>
          </p:nvPr>
        </p:nvSpPr>
        <p:spPr>
          <a:xfrm>
            <a:off x="10153440" y="6356520"/>
            <a:ext cx="1657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2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4F3A29-36FC-4F89-87E1-A0E4B09AC655}" type="slidenum">
              <a:rPr b="0" lang="en-US" sz="1200" spc="-1" strike="noStrike">
                <a:solidFill>
                  <a:schemeClr val="accent2"/>
                </a:solidFill>
                <a:latin typeface="Tenorite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roup 4"/>
          <p:cNvGrpSpPr/>
          <p:nvPr/>
        </p:nvGrpSpPr>
        <p:grpSpPr>
          <a:xfrm>
            <a:off x="0" y="0"/>
            <a:ext cx="12192120" cy="6864120"/>
            <a:chOff x="0" y="0"/>
            <a:chExt cx="12192120" cy="6864120"/>
          </a:xfrm>
        </p:grpSpPr>
        <p:sp>
          <p:nvSpPr>
            <p:cNvPr id="592" name="Rectangle 3"/>
            <p:cNvSpPr/>
            <p:nvPr/>
          </p:nvSpPr>
          <p:spPr>
            <a:xfrm>
              <a:off x="8264520" y="0"/>
              <a:ext cx="3927240" cy="6857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grpSp>
          <p:nvGrpSpPr>
            <p:cNvPr id="593" name="Group 5"/>
            <p:cNvGrpSpPr/>
            <p:nvPr/>
          </p:nvGrpSpPr>
          <p:grpSpPr>
            <a:xfrm>
              <a:off x="8264880" y="3685680"/>
              <a:ext cx="3927240" cy="3178440"/>
              <a:chOff x="8264880" y="3685680"/>
              <a:chExt cx="3927240" cy="3178440"/>
            </a:xfrm>
          </p:grpSpPr>
          <p:sp>
            <p:nvSpPr>
              <p:cNvPr id="594" name="Freeform 14"/>
              <p:cNvSpPr/>
              <p:nvPr/>
            </p:nvSpPr>
            <p:spPr>
              <a:xfrm flipH="1" flipV="1" rot="5400000">
                <a:off x="9621000" y="4292640"/>
                <a:ext cx="3178440" cy="1963440"/>
              </a:xfrm>
              <a:custGeom>
                <a:avLst/>
                <a:gdLst>
                  <a:gd name="textAreaLeft" fmla="*/ -360 w 3178440"/>
                  <a:gd name="textAreaRight" fmla="*/ 3178440 w 3178440"/>
                  <a:gd name="textAreaTop" fmla="*/ 360 h 1963440"/>
                  <a:gd name="textAreaBottom" fmla="*/ 1964160 h 196344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  <p:sp>
            <p:nvSpPr>
              <p:cNvPr id="595" name="Freeform 15"/>
              <p:cNvSpPr/>
              <p:nvPr/>
            </p:nvSpPr>
            <p:spPr>
              <a:xfrm flipV="1" rot="16200000">
                <a:off x="7657200" y="4292640"/>
                <a:ext cx="3178440" cy="1963440"/>
              </a:xfrm>
              <a:custGeom>
                <a:avLst/>
                <a:gdLst>
                  <a:gd name="textAreaLeft" fmla="*/ 0 w 3178440"/>
                  <a:gd name="textAreaRight" fmla="*/ 3178800 w 3178440"/>
                  <a:gd name="textAreaTop" fmla="*/ 360 h 1963440"/>
                  <a:gd name="textAreaBottom" fmla="*/ 1964160 h 1963440"/>
                </a:gdLst>
                <a:ahLst/>
                <a:rect l="textAreaLeft" t="textAreaTop" r="textAreaRight" b="textAreaBottom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lt1"/>
                  </a:solidFill>
                  <a:latin typeface="Tenorite"/>
                </a:endParaRPr>
              </a:p>
            </p:txBody>
          </p:sp>
        </p:grpSp>
        <p:sp>
          <p:nvSpPr>
            <p:cNvPr id="596" name="Freeform 21"/>
            <p:cNvSpPr/>
            <p:nvPr/>
          </p:nvSpPr>
          <p:spPr>
            <a:xfrm>
              <a:off x="0" y="0"/>
              <a:ext cx="1167120" cy="1167120"/>
            </a:xfrm>
            <a:custGeom>
              <a:avLst/>
              <a:gdLst>
                <a:gd name="textAreaLeft" fmla="*/ 0 w 1167120"/>
                <a:gd name="textAreaRight" fmla="*/ 1167480 w 1167120"/>
                <a:gd name="textAreaTop" fmla="*/ 0 h 1167120"/>
                <a:gd name="textAreaBottom" fmla="*/ 1167480 h 1167120"/>
              </a:gdLst>
              <a:ahLst/>
              <a:rect l="textAreaLeft" t="textAreaTop" r="textAreaRight" b="textAreaBottom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  <p:sp>
          <p:nvSpPr>
            <p:cNvPr id="597" name="Freeform 16"/>
            <p:cNvSpPr/>
            <p:nvPr/>
          </p:nvSpPr>
          <p:spPr>
            <a:xfrm>
              <a:off x="10228320" y="0"/>
              <a:ext cx="1963440" cy="3178440"/>
            </a:xfrm>
            <a:custGeom>
              <a:avLst/>
              <a:gdLst>
                <a:gd name="textAreaLeft" fmla="*/ 0 w 1963440"/>
                <a:gd name="textAreaRight" fmla="*/ 1963800 w 1963440"/>
                <a:gd name="textAreaTop" fmla="*/ 0 h 3178440"/>
                <a:gd name="textAreaBottom" fmla="*/ 3178800 h 3178440"/>
              </a:gdLst>
              <a:ahLst/>
              <a:rect l="textAreaLeft" t="textAreaTop" r="textAreaRight" b="textAreaBottom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Tenorite"/>
              </a:endParaRPr>
            </a:p>
          </p:txBody>
        </p:sp>
      </p:grp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Tenorite"/>
              </a:rPr>
              <a:t>Click to add title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enorite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Tenorite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enorite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1167480" y="232920"/>
            <a:ext cx="7096680" cy="3276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Tenorite"/>
              </a:rPr>
              <a:t>{{TITLE}}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 type="subTitle"/>
          </p:nvPr>
        </p:nvSpPr>
        <p:spPr>
          <a:xfrm>
            <a:off x="1167480" y="3575520"/>
            <a:ext cx="9856800" cy="621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enorite"/>
              </a:rPr>
              <a:t>{{PRESENTOR_NAME}}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Agenda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1167480" y="2017440"/>
            <a:ext cx="9778680" cy="3366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{{AGENDA}}</a:t>
            </a: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1167480" y="136440"/>
            <a:ext cx="9778680" cy="1569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rgbClr val="000000"/>
                </a:solidFill>
                <a:latin typeface="Tenorite"/>
              </a:rPr>
              <a:t>{{TITLE}}</a:t>
            </a:r>
            <a:endParaRPr b="0" lang="en-US" sz="48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1167480" y="2653200"/>
            <a:ext cx="9778680" cy="343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enorite"/>
              </a:rPr>
              <a:t>{{CONTENT}}</a:t>
            </a:r>
            <a:endParaRPr b="0" lang="en-US" sz="2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34"/>
          </p:nvPr>
        </p:nvSpPr>
        <p:spPr>
          <a:xfrm>
            <a:off x="10206360" y="6356520"/>
            <a:ext cx="16041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accent3"/>
                </a:solidFill>
                <a:latin typeface="Tenorit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829FAF-566C-4057-B842-33E85DC99AE7}" type="slidenum">
              <a:rPr b="0" lang="en-US" sz="1200" spc="-1" strike="noStrike">
                <a:solidFill>
                  <a:schemeClr val="accent3"/>
                </a:solidFill>
                <a:latin typeface="Tenorite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167480" y="177480"/>
            <a:ext cx="6245640" cy="3269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ffffff"/>
                </a:solidFill>
                <a:latin typeface="Tenorite"/>
              </a:rPr>
              <a:t>{{TITLE}}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 type="subTitle"/>
          </p:nvPr>
        </p:nvSpPr>
        <p:spPr>
          <a:xfrm>
            <a:off x="1167480" y="3492720"/>
            <a:ext cx="6245640" cy="91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enorite"/>
              </a:rPr>
              <a:t>{{SUBTITLE}}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2424960" y="1071360"/>
            <a:ext cx="7341840" cy="34228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Tenorite"/>
              </a:rPr>
              <a:t>{{QUOTE}}</a:t>
            </a:r>
            <a:endParaRPr b="0" lang="en-US" sz="44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1022760" y="1071360"/>
            <a:ext cx="1364040" cy="174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3900" spc="-1" strike="noStrike">
                <a:solidFill>
                  <a:schemeClr val="accent1">
                    <a:lumMod val="75000"/>
                  </a:schemeClr>
                </a:solidFill>
                <a:latin typeface="Tenorite"/>
              </a:rPr>
              <a:t>“</a:t>
            </a:r>
            <a:endParaRPr b="0" lang="en-US" sz="239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/>
          </p:nvPr>
        </p:nvSpPr>
        <p:spPr>
          <a:xfrm>
            <a:off x="9819000" y="3295440"/>
            <a:ext cx="1364040" cy="1690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3900" spc="-1" strike="noStrike">
                <a:solidFill>
                  <a:schemeClr val="accent1">
                    <a:lumMod val="75000"/>
                  </a:schemeClr>
                </a:solidFill>
                <a:latin typeface="Tenorite"/>
              </a:rPr>
              <a:t>”</a:t>
            </a:r>
            <a:endParaRPr b="0" lang="en-US" sz="239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4" name="PlaceHolder 4"/>
          <p:cNvSpPr>
            <a:spLocks noGrp="1"/>
          </p:cNvSpPr>
          <p:nvPr>
            <p:ph/>
          </p:nvPr>
        </p:nvSpPr>
        <p:spPr>
          <a:xfrm>
            <a:off x="6222240" y="4599720"/>
            <a:ext cx="3511080" cy="85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enorite"/>
              </a:rPr>
              <a:t>{{QUOTER}}</a:t>
            </a: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  <a:p>
            <a:pPr indent="0"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Tenorit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1167480" y="252720"/>
            <a:ext cx="6220080" cy="3256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Tenorite"/>
              </a:rPr>
              <a:t>Thank you</a:t>
            </a:r>
            <a:endParaRPr b="0" lang="en-US" sz="6000" spc="-1" strike="noStrike">
              <a:solidFill>
                <a:srgbClr val="000000"/>
              </a:solidFill>
              <a:latin typeface="Tenorite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 type="subTitle"/>
          </p:nvPr>
        </p:nvSpPr>
        <p:spPr>
          <a:xfrm>
            <a:off x="1167480" y="3686040"/>
            <a:ext cx="6220080" cy="2919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{{PRESENTOR_NAME}}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enorite"/>
              </a:rPr>
              <a:t>{{CONTACT}}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LibreOffice/7.5.5.2$Linux_X86_64 LibreOffice_project/50$Build-2</Application>
  <AppVersion>15.0000</AppVersion>
  <Words>431</Words>
  <Paragraphs>151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2023-09-06T14:50:52Z</dcterms:created>
  <dc:creator/>
  <dc:description/>
  <dc:language>en-US</dc:language>
  <cp:lastModifiedBy/>
  <dcterms:modified xsi:type="dcterms:W3CDTF">2023-11-15T21:42:01Z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9</vt:i4>
  </property>
  <property fmtid="{D5CDD505-2E9C-101B-9397-08002B2CF9AE}" pid="5" name="PresentationFormat">
    <vt:lpwstr>Widescreen</vt:lpwstr>
  </property>
  <property fmtid="{D5CDD505-2E9C-101B-9397-08002B2CF9AE}" pid="6" name="Slides">
    <vt:i4>14</vt:i4>
  </property>
</Properties>
</file>